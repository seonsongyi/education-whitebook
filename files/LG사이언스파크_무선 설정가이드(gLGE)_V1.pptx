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9" r:id="rId2"/>
  </p:sldMasterIdLst>
  <p:notesMasterIdLst>
    <p:notesMasterId r:id="rId15"/>
  </p:notesMasterIdLst>
  <p:sldIdLst>
    <p:sldId id="335" r:id="rId3"/>
    <p:sldId id="304" r:id="rId4"/>
    <p:sldId id="323" r:id="rId5"/>
    <p:sldId id="327" r:id="rId6"/>
    <p:sldId id="330" r:id="rId7"/>
    <p:sldId id="328" r:id="rId8"/>
    <p:sldId id="332" r:id="rId9"/>
    <p:sldId id="334" r:id="rId10"/>
    <p:sldId id="331" r:id="rId11"/>
    <p:sldId id="341" r:id="rId12"/>
    <p:sldId id="338" r:id="rId13"/>
    <p:sldId id="340" r:id="rId14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523" userDrawn="1">
          <p15:clr>
            <a:srgbClr val="A4A3A4"/>
          </p15:clr>
        </p15:guide>
        <p15:guide id="3" orient="horz" pos="1389" userDrawn="1">
          <p15:clr>
            <a:srgbClr val="A4A3A4"/>
          </p15:clr>
        </p15:guide>
        <p15:guide id="4" orient="horz" pos="3884" userDrawn="1">
          <p15:clr>
            <a:srgbClr val="A4A3A4"/>
          </p15:clr>
        </p15:guide>
        <p15:guide id="5" pos="2880">
          <p15:clr>
            <a:srgbClr val="A4A3A4"/>
          </p15:clr>
        </p15:guide>
        <p15:guide id="6" pos="295">
          <p15:clr>
            <a:srgbClr val="A4A3A4"/>
          </p15:clr>
        </p15:guide>
        <p15:guide id="7" pos="5556">
          <p15:clr>
            <a:srgbClr val="A4A3A4"/>
          </p15:clr>
        </p15:guide>
        <p15:guide id="8" orient="horz" pos="1253" userDrawn="1">
          <p15:clr>
            <a:srgbClr val="A4A3A4"/>
          </p15:clr>
        </p15:guide>
        <p15:guide id="9" pos="3061" userDrawn="1">
          <p15:clr>
            <a:srgbClr val="A4A3A4"/>
          </p15:clr>
        </p15:guide>
        <p15:guide id="10" pos="26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F4100"/>
    <a:srgbClr val="ED7100"/>
    <a:srgbClr val="FABF00"/>
    <a:srgbClr val="857C75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22" autoAdjust="0"/>
    <p:restoredTop sz="94708" autoAdjust="0"/>
  </p:normalViewPr>
  <p:slideViewPr>
    <p:cSldViewPr>
      <p:cViewPr varScale="1">
        <p:scale>
          <a:sx n="114" d="100"/>
          <a:sy n="114" d="100"/>
        </p:scale>
        <p:origin x="2058" y="108"/>
      </p:cViewPr>
      <p:guideLst>
        <p:guide orient="horz" pos="2523"/>
        <p:guide orient="horz" pos="1389"/>
        <p:guide orient="horz" pos="3884"/>
        <p:guide pos="2880"/>
        <p:guide pos="295"/>
        <p:guide pos="5556"/>
        <p:guide orient="horz" pos="1253"/>
        <p:guide pos="3061"/>
        <p:guide pos="26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4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4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2C618-A378-4CC2-B54F-7411E95FA122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3013"/>
            <a:ext cx="447040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979"/>
            <a:ext cx="5445760" cy="39125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906"/>
            <a:ext cx="2949787" cy="498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906"/>
            <a:ext cx="2949787" cy="498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0A846-7472-4914-999F-744C0DFBB1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079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1055C-DDDD-46B1-870E-29745249D7F9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3B185-1BEC-477F-9D4F-D69ED8AB671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/>
          <a:lstStyle>
            <a:lvl1pPr>
              <a:defRPr sz="2200" b="1"/>
            </a:lvl1pPr>
            <a:lvl2pPr>
              <a:defRPr sz="2000" b="1"/>
            </a:lvl2pPr>
            <a:lvl3pPr>
              <a:defRPr sz="1800" b="1"/>
            </a:lvl3pPr>
            <a:lvl4pPr>
              <a:defRPr sz="1700" b="1"/>
            </a:lvl4pPr>
            <a:lvl5pPr>
              <a:defRPr sz="1600" b="1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267C-7AD4-4024-948B-796D03CB5ECB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FE79-3737-4444-B631-DB8880FC67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267C-7AD4-4024-948B-796D03CB5ECB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FE79-3737-4444-B631-DB8880FC67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267C-7AD4-4024-948B-796D03CB5ECB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FE79-3737-4444-B631-DB8880FC67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267C-7AD4-4024-948B-796D03CB5ECB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FE79-3737-4444-B631-DB8880FC67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267C-7AD4-4024-948B-796D03CB5ECB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FE79-3737-4444-B631-DB8880FC67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267C-7AD4-4024-948B-796D03CB5ECB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FE79-3737-4444-B631-DB8880FC67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267C-7AD4-4024-948B-796D03CB5ECB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FE79-3737-4444-B631-DB8880FC67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267C-7AD4-4024-948B-796D03CB5ECB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FE79-3737-4444-B631-DB8880FC67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267C-7AD4-4024-948B-796D03CB5ECB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FE79-3737-4444-B631-DB8880FC67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267C-7AD4-4024-948B-796D03CB5ECB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FE79-3737-4444-B631-DB8880FC67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267C-7AD4-4024-948B-796D03CB5ECB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FE79-3737-4444-B631-DB8880FC67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B623D-93D9-4701-BCC0-CBDF26CF48F1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7691-670D-4F37-8316-3C878FA5D3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91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5267C-7AD4-4024-948B-796D03CB5ECB}" type="datetimeFigureOut">
              <a:rPr lang="ko-KR" altLang="en-US" smtClean="0"/>
              <a:pPr/>
              <a:t>2023-01-31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FE79-3737-4444-B631-DB8880FC67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7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827980-19CE-40BC-AEBA-113A23E10A92}"/>
              </a:ext>
            </a:extLst>
          </p:cNvPr>
          <p:cNvSpPr txBox="1"/>
          <p:nvPr/>
        </p:nvSpPr>
        <p:spPr>
          <a:xfrm>
            <a:off x="70814" y="65011"/>
            <a:ext cx="6898410" cy="43460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atinLnBrk="0">
              <a:lnSpc>
                <a:spcPct val="120000"/>
              </a:lnSpc>
              <a:tabLst>
                <a:tab pos="3767138" algn="l"/>
              </a:tabLst>
            </a:pPr>
            <a:r>
              <a:rPr lang="en-US" altLang="ko-KR" sz="20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LG</a:t>
            </a:r>
            <a:r>
              <a:rPr lang="ko-KR" altLang="en-US" sz="20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사이언스파크</a:t>
            </a:r>
            <a:r>
              <a:rPr lang="ko-KR" altLang="en-US" sz="20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방문자용 무선</a:t>
            </a:r>
            <a:r>
              <a:rPr lang="en-US" altLang="ko-KR" sz="20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20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20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20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설정 가이드</a:t>
            </a:r>
            <a:endParaRPr lang="en-US" altLang="ko-KR" sz="20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E49D703-56B2-4153-9C37-1038E6DEED71}"/>
              </a:ext>
            </a:extLst>
          </p:cNvPr>
          <p:cNvCxnSpPr/>
          <p:nvPr/>
        </p:nvCxnSpPr>
        <p:spPr>
          <a:xfrm>
            <a:off x="0" y="604190"/>
            <a:ext cx="91412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E843A4-AD1B-4807-8C19-6841881AB1D8}"/>
              </a:ext>
            </a:extLst>
          </p:cNvPr>
          <p:cNvSpPr/>
          <p:nvPr/>
        </p:nvSpPr>
        <p:spPr>
          <a:xfrm>
            <a:off x="45647" y="620688"/>
            <a:ext cx="9070478" cy="4683302"/>
          </a:xfrm>
          <a:prstGeom prst="rect">
            <a:avLst/>
          </a:prstGeom>
        </p:spPr>
        <p:txBody>
          <a:bodyPr wrap="square" lIns="95791" tIns="47895" rIns="95791" bIns="47895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en-US" altLang="ko-KR" sz="14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설정 가이드 </a:t>
            </a: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 </a:t>
            </a:r>
            <a:r>
              <a:rPr lang="en-US" altLang="ko-KR" sz="14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setting guide)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Windows 10(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한글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가이드 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3~4 Page 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참조</a:t>
            </a:r>
            <a:b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Windows 10(English) : Please See 5 ~ 6 Page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MAC OS(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한글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: 8 Page 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참조</a:t>
            </a:r>
            <a:endParaRPr lang="en-US" altLang="ko-KR" sz="12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MAC OS(English) : Please See 9 Page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IOS 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스마트폰 설정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한글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: 11 ~ 12 Page 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참조</a:t>
            </a:r>
            <a:endParaRPr lang="en-US" altLang="ko-KR" sz="12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지원 </a:t>
            </a: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&amp; </a:t>
            </a: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문의사항</a:t>
            </a: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 Contact Point ) - 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LG</a:t>
            </a:r>
            <a:r>
              <a:rPr lang="ko-KR" altLang="en-US" sz="12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사이언스파크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네트워크 운영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b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※ </a:t>
            </a:r>
            <a:r>
              <a:rPr lang="en-US" altLang="ko-KR" sz="12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설정 후 연결이 안될 경우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아래 담당자에게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연락 바랍니다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.(If </a:t>
            </a:r>
            <a:r>
              <a:rPr lang="en-US" altLang="ko-KR" sz="12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is not connected after setup, contact below person)    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김영천 책임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(youngchon.kim@lgepartner.com, 010-5751-1740) / 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장정일 책임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(jongile.jang@lgepartner.com, 010-2693-3445)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2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정태조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책임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(taejo.jung@lgepartner.com, 010-2287-7812) / 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임창욱 책임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(changwook.lim@lgepartner.com, 010-3570-8117)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</a:t>
            </a: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기타 </a:t>
            </a: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14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othrs</a:t>
            </a:r>
            <a:r>
              <a:rPr lang="en-US" altLang="ko-KR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4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4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 </a:t>
            </a:r>
            <a:r>
              <a:rPr lang="en-US" altLang="ko-KR" sz="12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는 인터넷만 사용 가능하며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사내 시스템은 접속 불가합니다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(</a:t>
            </a:r>
            <a:r>
              <a:rPr lang="en-US" altLang="ko-KR" sz="1200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is Internet only available)</a:t>
            </a:r>
            <a:b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 Security Portal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통해 예외 승인을 받은 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Actual user 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외에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key </a:t>
            </a:r>
            <a:r>
              <a:rPr lang="ko-KR" altLang="en-US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값이 노출되지 않도록 주의 부탁 드립니다</a:t>
            </a: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b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( Please be careful not to expose the key value ) </a:t>
            </a:r>
          </a:p>
        </p:txBody>
      </p:sp>
    </p:spTree>
    <p:extLst>
      <p:ext uri="{BB962C8B-B14F-4D97-AF65-F5344CB8AC3E}">
        <p14:creationId xmlns:p14="http://schemas.microsoft.com/office/powerpoint/2010/main" val="2552995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899592" y="1628800"/>
            <a:ext cx="7416824" cy="2049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701" tIns="42350" rIns="84701" bIns="42350">
            <a:spAutoFit/>
          </a:bodyPr>
          <a:lstStyle/>
          <a:p>
            <a:pPr algn="ctr" defTabSz="847725">
              <a:lnSpc>
                <a:spcPct val="110000"/>
              </a:lnSpc>
            </a:pPr>
            <a:r>
              <a:rPr lang="en-US" altLang="ko-KR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LG</a:t>
            </a:r>
            <a:r>
              <a:rPr lang="ko-KR" altLang="en-US" sz="32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사이언스파크</a:t>
            </a:r>
            <a:r>
              <a:rPr lang="ko-KR" altLang="en-US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무선</a:t>
            </a:r>
            <a:r>
              <a:rPr lang="en-US" altLang="ko-KR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32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설정 가이드</a:t>
            </a:r>
            <a:endParaRPr lang="en-US" altLang="ko-KR" sz="32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847725">
              <a:lnSpc>
                <a:spcPct val="110000"/>
              </a:lnSpc>
            </a:pPr>
            <a:endParaRPr lang="en-US" altLang="ko-KR" sz="28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847725">
              <a:lnSpc>
                <a:spcPct val="110000"/>
              </a:lnSpc>
            </a:pPr>
            <a:endParaRPr lang="en-US" altLang="ko-KR" sz="28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847725">
              <a:lnSpc>
                <a:spcPct val="11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Windows 10 -</a:t>
            </a:r>
            <a:endParaRPr lang="ko-KR" altLang="en-US" sz="28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3632994" y="5373216"/>
            <a:ext cx="187801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ko-KR" sz="1800" b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2021.04</a:t>
            </a:r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1296032" y="2276872"/>
            <a:ext cx="66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7287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F76D759-DC0D-4F24-B4FF-259700BB3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67" y="3983578"/>
            <a:ext cx="3576705" cy="210176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23EF2D7-19A8-4116-B52F-24BFA5704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228" y="1334063"/>
            <a:ext cx="1865425" cy="1928352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윈도우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PC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설정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4348" y="1196281"/>
            <a:ext cx="785818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4572000" y="997830"/>
            <a:ext cx="866" cy="53114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1560" y="888975"/>
            <a:ext cx="27446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1.1 Windows 10 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무선 설정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14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4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888975"/>
            <a:ext cx="3159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1.2 Windows 10 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무선 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SSID 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추가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14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4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35FBF35-1101-4CC7-BE50-CA7D85B74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406" y="1300044"/>
            <a:ext cx="3608571" cy="206882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BB70207-B51C-46C7-9E65-EA2160F03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032" y="3983578"/>
            <a:ext cx="3614633" cy="210176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3731949-773E-4AD4-AB1D-03C184A3D1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4259" y="4040892"/>
            <a:ext cx="1988181" cy="21800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8EB1F56C-4AB0-4521-9992-ED444E66031A}"/>
              </a:ext>
            </a:extLst>
          </p:cNvPr>
          <p:cNvSpPr txBox="1"/>
          <p:nvPr/>
        </p:nvSpPr>
        <p:spPr>
          <a:xfrm>
            <a:off x="367437" y="118814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❶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A51D1D-E4BD-405B-B8D8-391FE1CF4D7C}"/>
              </a:ext>
            </a:extLst>
          </p:cNvPr>
          <p:cNvSpPr txBox="1"/>
          <p:nvPr/>
        </p:nvSpPr>
        <p:spPr>
          <a:xfrm>
            <a:off x="386721" y="364993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❷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943D6F-29EE-470F-8C80-366E8309CABF}"/>
              </a:ext>
            </a:extLst>
          </p:cNvPr>
          <p:cNvSpPr txBox="1"/>
          <p:nvPr/>
        </p:nvSpPr>
        <p:spPr>
          <a:xfrm>
            <a:off x="4525873" y="1196752"/>
            <a:ext cx="415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❸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D540B6-42C5-4700-99D0-D422BF8AD061}"/>
              </a:ext>
            </a:extLst>
          </p:cNvPr>
          <p:cNvSpPr txBox="1"/>
          <p:nvPr/>
        </p:nvSpPr>
        <p:spPr>
          <a:xfrm>
            <a:off x="4542190" y="364502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❹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C803EA0-F482-45A3-935B-574D0AF7C13C}"/>
              </a:ext>
            </a:extLst>
          </p:cNvPr>
          <p:cNvSpPr/>
          <p:nvPr/>
        </p:nvSpPr>
        <p:spPr>
          <a:xfrm>
            <a:off x="1333229" y="3006038"/>
            <a:ext cx="311910" cy="241253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72" name="꺾인 연결선 140">
            <a:extLst>
              <a:ext uri="{FF2B5EF4-FFF2-40B4-BE49-F238E27FC236}">
                <a16:creationId xmlns:a16="http://schemas.microsoft.com/office/drawing/2014/main" id="{F33C6434-D555-413F-8D7F-D66C0F3E052A}"/>
              </a:ext>
            </a:extLst>
          </p:cNvPr>
          <p:cNvCxnSpPr>
            <a:cxnSpLocks/>
            <a:stCxn id="74" idx="1"/>
            <a:endCxn id="71" idx="1"/>
          </p:cNvCxnSpPr>
          <p:nvPr/>
        </p:nvCxnSpPr>
        <p:spPr>
          <a:xfrm rot="10800000">
            <a:off x="1333230" y="3126666"/>
            <a:ext cx="78417" cy="316359"/>
          </a:xfrm>
          <a:prstGeom prst="bentConnector3">
            <a:avLst>
              <a:gd name="adj1" fmla="val 391518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65B7C60-ABFE-45EA-BD58-432D60AD8DA6}"/>
              </a:ext>
            </a:extLst>
          </p:cNvPr>
          <p:cNvSpPr txBox="1"/>
          <p:nvPr/>
        </p:nvSpPr>
        <p:spPr>
          <a:xfrm>
            <a:off x="1634027" y="3302928"/>
            <a:ext cx="8579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시작 선택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A30D3C2C-F93B-4E46-8B70-13D53D50E8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9783" y="3354309"/>
            <a:ext cx="178895" cy="154301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45008B25-980A-48EA-9B45-A87662E72F4E}"/>
              </a:ext>
            </a:extLst>
          </p:cNvPr>
          <p:cNvSpPr txBox="1"/>
          <p:nvPr/>
        </p:nvSpPr>
        <p:spPr>
          <a:xfrm>
            <a:off x="1411646" y="3304524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01A8DB7-FE4E-4C8A-84FE-5EFE21DE4E79}"/>
              </a:ext>
            </a:extLst>
          </p:cNvPr>
          <p:cNvSpPr/>
          <p:nvPr/>
        </p:nvSpPr>
        <p:spPr>
          <a:xfrm>
            <a:off x="1417239" y="3492719"/>
            <a:ext cx="3385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350FFA-E14C-464C-BA9E-AE5751194B2B}"/>
              </a:ext>
            </a:extLst>
          </p:cNvPr>
          <p:cNvSpPr txBox="1"/>
          <p:nvPr/>
        </p:nvSpPr>
        <p:spPr>
          <a:xfrm>
            <a:off x="1556930" y="3504826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설정 선택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2EAD41AB-38AD-46B2-8D5C-359BC7AE61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8683" y="3551373"/>
            <a:ext cx="179996" cy="170557"/>
          </a:xfrm>
          <a:prstGeom prst="rect">
            <a:avLst/>
          </a:prstGeom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104353B3-5B12-458F-999F-806FC4F5A9FC}"/>
              </a:ext>
            </a:extLst>
          </p:cNvPr>
          <p:cNvSpPr/>
          <p:nvPr/>
        </p:nvSpPr>
        <p:spPr>
          <a:xfrm>
            <a:off x="1343608" y="2387844"/>
            <a:ext cx="290419" cy="321076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90" name="꺾인 연결선 140">
            <a:extLst>
              <a:ext uri="{FF2B5EF4-FFF2-40B4-BE49-F238E27FC236}">
                <a16:creationId xmlns:a16="http://schemas.microsoft.com/office/drawing/2014/main" id="{597EFF27-55A0-4FCC-AFDD-E0B4AED4456E}"/>
              </a:ext>
            </a:extLst>
          </p:cNvPr>
          <p:cNvCxnSpPr>
            <a:cxnSpLocks/>
            <a:stCxn id="79" idx="1"/>
            <a:endCxn id="89" idx="1"/>
          </p:cNvCxnSpPr>
          <p:nvPr/>
        </p:nvCxnSpPr>
        <p:spPr>
          <a:xfrm rot="10800000">
            <a:off x="1343609" y="2548383"/>
            <a:ext cx="73631" cy="1082837"/>
          </a:xfrm>
          <a:prstGeom prst="bentConnector3">
            <a:avLst>
              <a:gd name="adj1" fmla="val 562532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46778E2-708B-454D-A4D5-253AFDB16537}"/>
              </a:ext>
            </a:extLst>
          </p:cNvPr>
          <p:cNvSpPr/>
          <p:nvPr/>
        </p:nvSpPr>
        <p:spPr>
          <a:xfrm>
            <a:off x="3493100" y="4614184"/>
            <a:ext cx="646851" cy="241253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94" name="꺾인 연결선 140">
            <a:extLst>
              <a:ext uri="{FF2B5EF4-FFF2-40B4-BE49-F238E27FC236}">
                <a16:creationId xmlns:a16="http://schemas.microsoft.com/office/drawing/2014/main" id="{AB177686-08CC-40B0-A7C5-6FC682881FA9}"/>
              </a:ext>
            </a:extLst>
          </p:cNvPr>
          <p:cNvCxnSpPr>
            <a:cxnSpLocks/>
            <a:stCxn id="95" idx="3"/>
            <a:endCxn id="92" idx="3"/>
          </p:cNvCxnSpPr>
          <p:nvPr/>
        </p:nvCxnSpPr>
        <p:spPr>
          <a:xfrm flipH="1" flipV="1">
            <a:off x="4139951" y="4734811"/>
            <a:ext cx="110500" cy="1568993"/>
          </a:xfrm>
          <a:prstGeom prst="bentConnector3">
            <a:avLst>
              <a:gd name="adj1" fmla="val -206878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FD2B62F7-400B-4C13-A743-D6F00DC8D092}"/>
              </a:ext>
            </a:extLst>
          </p:cNvPr>
          <p:cNvSpPr txBox="1"/>
          <p:nvPr/>
        </p:nvSpPr>
        <p:spPr>
          <a:xfrm>
            <a:off x="2594228" y="6176846"/>
            <a:ext cx="16562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네트워크 </a:t>
            </a:r>
            <a:r>
              <a:rPr lang="ko-KR" altLang="en-US" sz="105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인터넷 선택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93A5CE6-C07C-4078-BA20-1B010BEDD35F}"/>
              </a:ext>
            </a:extLst>
          </p:cNvPr>
          <p:cNvSpPr txBox="1"/>
          <p:nvPr/>
        </p:nvSpPr>
        <p:spPr>
          <a:xfrm>
            <a:off x="2627784" y="6165304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CADC81C-6132-4828-AB87-6E4C0C1933EB}"/>
              </a:ext>
            </a:extLst>
          </p:cNvPr>
          <p:cNvSpPr/>
          <p:nvPr/>
        </p:nvSpPr>
        <p:spPr>
          <a:xfrm>
            <a:off x="5913461" y="2213828"/>
            <a:ext cx="584377" cy="148683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98" name="꺾인 연결선 140">
            <a:extLst>
              <a:ext uri="{FF2B5EF4-FFF2-40B4-BE49-F238E27FC236}">
                <a16:creationId xmlns:a16="http://schemas.microsoft.com/office/drawing/2014/main" id="{64E1D89B-F1F7-4578-92F8-D870B6A48AB5}"/>
              </a:ext>
            </a:extLst>
          </p:cNvPr>
          <p:cNvCxnSpPr>
            <a:cxnSpLocks/>
            <a:stCxn id="111" idx="3"/>
            <a:endCxn id="97" idx="3"/>
          </p:cNvCxnSpPr>
          <p:nvPr/>
        </p:nvCxnSpPr>
        <p:spPr>
          <a:xfrm flipH="1" flipV="1">
            <a:off x="6497838" y="2288170"/>
            <a:ext cx="363997" cy="1371035"/>
          </a:xfrm>
          <a:prstGeom prst="bentConnector3">
            <a:avLst>
              <a:gd name="adj1" fmla="val -62803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BEA1FF71-D4C1-4B93-A7BA-515D0B6F06BF}"/>
              </a:ext>
            </a:extLst>
          </p:cNvPr>
          <p:cNvSpPr txBox="1"/>
          <p:nvPr/>
        </p:nvSpPr>
        <p:spPr>
          <a:xfrm>
            <a:off x="5081528" y="3361185"/>
            <a:ext cx="9412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Wi-Fi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A307D63-0DD2-4821-B2C6-2B70429B39AC}"/>
              </a:ext>
            </a:extLst>
          </p:cNvPr>
          <p:cNvSpPr txBox="1"/>
          <p:nvPr/>
        </p:nvSpPr>
        <p:spPr>
          <a:xfrm>
            <a:off x="5072197" y="3368305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58744A4-034F-40EA-AC3E-D50EA4179BAD}"/>
              </a:ext>
            </a:extLst>
          </p:cNvPr>
          <p:cNvSpPr/>
          <p:nvPr/>
        </p:nvSpPr>
        <p:spPr>
          <a:xfrm>
            <a:off x="4941371" y="4660468"/>
            <a:ext cx="638741" cy="194969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7" name="화살표: 위로 구부러짐 106">
            <a:extLst>
              <a:ext uri="{FF2B5EF4-FFF2-40B4-BE49-F238E27FC236}">
                <a16:creationId xmlns:a16="http://schemas.microsoft.com/office/drawing/2014/main" id="{E816E262-CD9F-438D-AFED-205712EBD1EC}"/>
              </a:ext>
            </a:extLst>
          </p:cNvPr>
          <p:cNvSpPr/>
          <p:nvPr/>
        </p:nvSpPr>
        <p:spPr>
          <a:xfrm rot="20702676" flipV="1">
            <a:off x="5367361" y="4078265"/>
            <a:ext cx="1327496" cy="41355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A21EE2D-D978-4F0D-B1B3-48C241EA4C1A}"/>
              </a:ext>
            </a:extLst>
          </p:cNvPr>
          <p:cNvSpPr txBox="1"/>
          <p:nvPr/>
        </p:nvSpPr>
        <p:spPr>
          <a:xfrm>
            <a:off x="6719238" y="5218022"/>
            <a:ext cx="1023521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180000" bIns="0" rtlCol="0">
            <a:spAutoFit/>
          </a:bodyPr>
          <a:lstStyle/>
          <a:p>
            <a:r>
              <a:rPr lang="ko-KR" altLang="en-US" sz="800" dirty="0">
                <a:latin typeface="+mj-lt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</a:rPr>
              <a:t>lgespguest1234!</a:t>
            </a:r>
            <a:endParaRPr lang="en-US" altLang="ko-KR" sz="800" dirty="0">
              <a:latin typeface="+mj-lt"/>
              <a:ea typeface="LG스마트체 Regular" panose="020B0600000101010101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5258786-6040-46D9-87A0-89D2B9625549}"/>
              </a:ext>
            </a:extLst>
          </p:cNvPr>
          <p:cNvSpPr/>
          <p:nvPr/>
        </p:nvSpPr>
        <p:spPr>
          <a:xfrm>
            <a:off x="4926724" y="2049646"/>
            <a:ext cx="351975" cy="148683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B3C3CEE-464C-48A5-91DC-8B8572D30907}"/>
              </a:ext>
            </a:extLst>
          </p:cNvPr>
          <p:cNvSpPr txBox="1"/>
          <p:nvPr/>
        </p:nvSpPr>
        <p:spPr>
          <a:xfrm>
            <a:off x="5085387" y="3532247"/>
            <a:ext cx="1776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알려진 네트워크 관리 선택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6E7F6909-5ADE-467B-9576-0D647A7C95EA}"/>
              </a:ext>
            </a:extLst>
          </p:cNvPr>
          <p:cNvSpPr/>
          <p:nvPr/>
        </p:nvSpPr>
        <p:spPr>
          <a:xfrm>
            <a:off x="5075948" y="3520705"/>
            <a:ext cx="3385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cxnSp>
        <p:nvCxnSpPr>
          <p:cNvPr id="113" name="꺾인 연결선 140">
            <a:extLst>
              <a:ext uri="{FF2B5EF4-FFF2-40B4-BE49-F238E27FC236}">
                <a16:creationId xmlns:a16="http://schemas.microsoft.com/office/drawing/2014/main" id="{624E9D35-6514-44CB-BF1E-5419C14375E1}"/>
              </a:ext>
            </a:extLst>
          </p:cNvPr>
          <p:cNvCxnSpPr>
            <a:cxnSpLocks/>
            <a:stCxn id="100" idx="1"/>
            <a:endCxn id="109" idx="1"/>
          </p:cNvCxnSpPr>
          <p:nvPr/>
        </p:nvCxnSpPr>
        <p:spPr>
          <a:xfrm rot="10800000">
            <a:off x="4926725" y="2123989"/>
            <a:ext cx="145473" cy="1382817"/>
          </a:xfrm>
          <a:prstGeom prst="bentConnector3">
            <a:avLst>
              <a:gd name="adj1" fmla="val 257143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64FADF2A-217E-4BBD-916F-7EC24E7CB1BA}"/>
              </a:ext>
            </a:extLst>
          </p:cNvPr>
          <p:cNvSpPr txBox="1"/>
          <p:nvPr/>
        </p:nvSpPr>
        <p:spPr>
          <a:xfrm>
            <a:off x="4922709" y="6207049"/>
            <a:ext cx="153599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새 네트워크 추가 선택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DEF8D63-8F2C-458C-9C0F-EF8661ABEB42}"/>
              </a:ext>
            </a:extLst>
          </p:cNvPr>
          <p:cNvSpPr txBox="1"/>
          <p:nvPr/>
        </p:nvSpPr>
        <p:spPr>
          <a:xfrm>
            <a:off x="4922709" y="6195507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cxnSp>
        <p:nvCxnSpPr>
          <p:cNvPr id="122" name="꺾인 연결선 140">
            <a:extLst>
              <a:ext uri="{FF2B5EF4-FFF2-40B4-BE49-F238E27FC236}">
                <a16:creationId xmlns:a16="http://schemas.microsoft.com/office/drawing/2014/main" id="{3B146D5D-C647-4E19-9B7A-6257C0BCABF0}"/>
              </a:ext>
            </a:extLst>
          </p:cNvPr>
          <p:cNvCxnSpPr>
            <a:cxnSpLocks/>
            <a:stCxn id="121" idx="1"/>
            <a:endCxn id="106" idx="1"/>
          </p:cNvCxnSpPr>
          <p:nvPr/>
        </p:nvCxnSpPr>
        <p:spPr>
          <a:xfrm rot="10800000" flipH="1">
            <a:off x="4922709" y="4757953"/>
            <a:ext cx="18662" cy="1576054"/>
          </a:xfrm>
          <a:prstGeom prst="bentConnector3">
            <a:avLst>
              <a:gd name="adj1" fmla="val -1224949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02533EE-387C-4EB5-B28B-29155B4F0987}"/>
              </a:ext>
            </a:extLst>
          </p:cNvPr>
          <p:cNvSpPr/>
          <p:nvPr/>
        </p:nvSpPr>
        <p:spPr>
          <a:xfrm>
            <a:off x="6681298" y="5966292"/>
            <a:ext cx="835485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2F2C70E5-BF38-4C81-BF33-7C3E6CD05796}"/>
              </a:ext>
            </a:extLst>
          </p:cNvPr>
          <p:cNvSpPr/>
          <p:nvPr/>
        </p:nvSpPr>
        <p:spPr>
          <a:xfrm>
            <a:off x="6681298" y="4447200"/>
            <a:ext cx="330646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9E6B90EC-0322-46C2-B42B-3480E53231B2}"/>
              </a:ext>
            </a:extLst>
          </p:cNvPr>
          <p:cNvSpPr/>
          <p:nvPr/>
        </p:nvSpPr>
        <p:spPr>
          <a:xfrm>
            <a:off x="6681298" y="4827356"/>
            <a:ext cx="554998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02EF76C5-9515-41A3-8774-93BA992FB23F}"/>
              </a:ext>
            </a:extLst>
          </p:cNvPr>
          <p:cNvSpPr/>
          <p:nvPr/>
        </p:nvSpPr>
        <p:spPr>
          <a:xfrm>
            <a:off x="6681298" y="5212185"/>
            <a:ext cx="1053352" cy="148379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79AB0DB-1046-4FAA-8322-903D8E3E0993}"/>
              </a:ext>
            </a:extLst>
          </p:cNvPr>
          <p:cNvSpPr/>
          <p:nvPr/>
        </p:nvSpPr>
        <p:spPr>
          <a:xfrm>
            <a:off x="6656470" y="5470821"/>
            <a:ext cx="125668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9E94F9FA-44BF-4B8D-AEDC-2F5BFA3AE6D3}"/>
              </a:ext>
            </a:extLst>
          </p:cNvPr>
          <p:cNvSpPr/>
          <p:nvPr/>
        </p:nvSpPr>
        <p:spPr>
          <a:xfrm>
            <a:off x="6657766" y="5718260"/>
            <a:ext cx="125668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7F7C59D-96FE-469E-A7D1-346B82C5EBB9}"/>
              </a:ext>
            </a:extLst>
          </p:cNvPr>
          <p:cNvSpPr txBox="1"/>
          <p:nvPr/>
        </p:nvSpPr>
        <p:spPr>
          <a:xfrm>
            <a:off x="6459327" y="4394545"/>
            <a:ext cx="3329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E9069887-BF6D-4DFD-ABB8-112DA1191CD6}"/>
              </a:ext>
            </a:extLst>
          </p:cNvPr>
          <p:cNvSpPr/>
          <p:nvPr/>
        </p:nvSpPr>
        <p:spPr>
          <a:xfrm>
            <a:off x="6460050" y="4763124"/>
            <a:ext cx="33855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7DA35E1-8FA1-4320-B1C2-E07759E46192}"/>
              </a:ext>
            </a:extLst>
          </p:cNvPr>
          <p:cNvSpPr txBox="1"/>
          <p:nvPr/>
        </p:nvSpPr>
        <p:spPr>
          <a:xfrm>
            <a:off x="6462247" y="5155151"/>
            <a:ext cx="296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6C80617-25FA-4B67-8532-7E07FDED8486}"/>
              </a:ext>
            </a:extLst>
          </p:cNvPr>
          <p:cNvSpPr txBox="1"/>
          <p:nvPr/>
        </p:nvSpPr>
        <p:spPr>
          <a:xfrm>
            <a:off x="6436225" y="540609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④</a:t>
            </a:r>
            <a:endParaRPr lang="ko-KR" altLang="en-US" sz="10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04D1570-3627-4455-BBBB-FF56F7012720}"/>
              </a:ext>
            </a:extLst>
          </p:cNvPr>
          <p:cNvSpPr txBox="1"/>
          <p:nvPr/>
        </p:nvSpPr>
        <p:spPr>
          <a:xfrm>
            <a:off x="6436392" y="565703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⑤</a:t>
            </a:r>
            <a:endParaRPr lang="ko-KR" altLang="en-US" sz="10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7CB8DE1-DDD2-4A4B-86EB-C3ADB5B44D43}"/>
              </a:ext>
            </a:extLst>
          </p:cNvPr>
          <p:cNvSpPr txBox="1"/>
          <p:nvPr/>
        </p:nvSpPr>
        <p:spPr>
          <a:xfrm>
            <a:off x="6455932" y="590798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⑥</a:t>
            </a:r>
            <a:endParaRPr lang="ko-KR" altLang="en-US" sz="10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2637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DDF11857-CF40-45F2-8272-4918DF000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377" y="1326249"/>
            <a:ext cx="2444952" cy="3740336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윈도우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PC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설정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4348" y="1196281"/>
            <a:ext cx="785818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4572000" y="997830"/>
            <a:ext cx="866" cy="53114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1560" y="888975"/>
            <a:ext cx="27446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1.3 Windows 10 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무선 연결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14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4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B1F56C-4AB0-4521-9992-ED444E66031A}"/>
              </a:ext>
            </a:extLst>
          </p:cNvPr>
          <p:cNvSpPr txBox="1"/>
          <p:nvPr/>
        </p:nvSpPr>
        <p:spPr>
          <a:xfrm>
            <a:off x="367437" y="118814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❶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CADC81C-6132-4828-AB87-6E4C0C1933EB}"/>
              </a:ext>
            </a:extLst>
          </p:cNvPr>
          <p:cNvSpPr/>
          <p:nvPr/>
        </p:nvSpPr>
        <p:spPr>
          <a:xfrm>
            <a:off x="1581220" y="2110677"/>
            <a:ext cx="936104" cy="288032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98" name="꺾인 연결선 140">
            <a:extLst>
              <a:ext uri="{FF2B5EF4-FFF2-40B4-BE49-F238E27FC236}">
                <a16:creationId xmlns:a16="http://schemas.microsoft.com/office/drawing/2014/main" id="{64E1D89B-F1F7-4578-92F8-D870B6A48AB5}"/>
              </a:ext>
            </a:extLst>
          </p:cNvPr>
          <p:cNvCxnSpPr>
            <a:cxnSpLocks/>
            <a:stCxn id="52" idx="1"/>
            <a:endCxn id="97" idx="1"/>
          </p:cNvCxnSpPr>
          <p:nvPr/>
        </p:nvCxnSpPr>
        <p:spPr>
          <a:xfrm rot="10800000" flipH="1">
            <a:off x="1187624" y="2254694"/>
            <a:ext cx="393596" cy="3639635"/>
          </a:xfrm>
          <a:prstGeom prst="bentConnector3">
            <a:avLst>
              <a:gd name="adj1" fmla="val -58080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BEA1FF71-D4C1-4B93-A7BA-515D0B6F06BF}"/>
              </a:ext>
            </a:extLst>
          </p:cNvPr>
          <p:cNvSpPr txBox="1"/>
          <p:nvPr/>
        </p:nvSpPr>
        <p:spPr>
          <a:xfrm>
            <a:off x="1187624" y="5528523"/>
            <a:ext cx="9252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en-US" altLang="ko-KR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WiFi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A307D63-0DD2-4821-B2C6-2B70429B39AC}"/>
              </a:ext>
            </a:extLst>
          </p:cNvPr>
          <p:cNvSpPr txBox="1"/>
          <p:nvPr/>
        </p:nvSpPr>
        <p:spPr>
          <a:xfrm>
            <a:off x="1187624" y="5516981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63F764F-75B1-4F02-9FBC-9D44DE01D9DD}"/>
              </a:ext>
            </a:extLst>
          </p:cNvPr>
          <p:cNvSpPr/>
          <p:nvPr/>
        </p:nvSpPr>
        <p:spPr>
          <a:xfrm>
            <a:off x="2713628" y="2390320"/>
            <a:ext cx="1024339" cy="223778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49" name="꺾인 연결선 140">
            <a:extLst>
              <a:ext uri="{FF2B5EF4-FFF2-40B4-BE49-F238E27FC236}">
                <a16:creationId xmlns:a16="http://schemas.microsoft.com/office/drawing/2014/main" id="{BD434B28-3FCE-47F0-9081-C4295830DB3D}"/>
              </a:ext>
            </a:extLst>
          </p:cNvPr>
          <p:cNvCxnSpPr>
            <a:cxnSpLocks/>
            <a:stCxn id="60" idx="3"/>
            <a:endCxn id="48" idx="3"/>
          </p:cNvCxnSpPr>
          <p:nvPr/>
        </p:nvCxnSpPr>
        <p:spPr>
          <a:xfrm flipV="1">
            <a:off x="2086404" y="2502209"/>
            <a:ext cx="1651563" cy="3617476"/>
          </a:xfrm>
          <a:prstGeom prst="bentConnector3">
            <a:avLst>
              <a:gd name="adj1" fmla="val 113841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C2BD675-D54A-48A5-8189-828CAB0CC595}"/>
              </a:ext>
            </a:extLst>
          </p:cNvPr>
          <p:cNvSpPr txBox="1"/>
          <p:nvPr/>
        </p:nvSpPr>
        <p:spPr>
          <a:xfrm>
            <a:off x="1265801" y="5758039"/>
            <a:ext cx="13388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자동으로 연결 체크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F607FF-491F-4201-8263-0F30EC4742D6}"/>
              </a:ext>
            </a:extLst>
          </p:cNvPr>
          <p:cNvSpPr txBox="1"/>
          <p:nvPr/>
        </p:nvSpPr>
        <p:spPr>
          <a:xfrm>
            <a:off x="1187624" y="5755828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217D365-C1D8-4364-9E47-3210464202D0}"/>
              </a:ext>
            </a:extLst>
          </p:cNvPr>
          <p:cNvSpPr/>
          <p:nvPr/>
        </p:nvSpPr>
        <p:spPr>
          <a:xfrm>
            <a:off x="2379585" y="4869159"/>
            <a:ext cx="224539" cy="2032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49E651-AE81-4223-A24D-4CE6B23E7E86}"/>
              </a:ext>
            </a:extLst>
          </p:cNvPr>
          <p:cNvSpPr txBox="1"/>
          <p:nvPr/>
        </p:nvSpPr>
        <p:spPr>
          <a:xfrm>
            <a:off x="1228477" y="5992727"/>
            <a:ext cx="8579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연결 선택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0BFB13-1924-472B-957A-505FABD3D361}"/>
              </a:ext>
            </a:extLst>
          </p:cNvPr>
          <p:cNvSpPr txBox="1"/>
          <p:nvPr/>
        </p:nvSpPr>
        <p:spPr>
          <a:xfrm>
            <a:off x="1189208" y="5978356"/>
            <a:ext cx="319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cxnSp>
        <p:nvCxnSpPr>
          <p:cNvPr id="75" name="꺾인 연결선 140">
            <a:extLst>
              <a:ext uri="{FF2B5EF4-FFF2-40B4-BE49-F238E27FC236}">
                <a16:creationId xmlns:a16="http://schemas.microsoft.com/office/drawing/2014/main" id="{785749FC-3E2D-4342-80CD-595821EDC08E}"/>
              </a:ext>
            </a:extLst>
          </p:cNvPr>
          <p:cNvCxnSpPr>
            <a:cxnSpLocks/>
            <a:stCxn id="99" idx="3"/>
            <a:endCxn id="59" idx="2"/>
          </p:cNvCxnSpPr>
          <p:nvPr/>
        </p:nvCxnSpPr>
        <p:spPr>
          <a:xfrm flipV="1">
            <a:off x="2112877" y="5072396"/>
            <a:ext cx="378978" cy="583085"/>
          </a:xfrm>
          <a:prstGeom prst="bentConnector2">
            <a:avLst/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717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ACC9D11C-C3EA-49AB-8874-D9E53EAE7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405" y="1291287"/>
            <a:ext cx="3602509" cy="208218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93452AE-B849-4E1A-87D3-D85F06E24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801" y="3996802"/>
            <a:ext cx="4104353" cy="206882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9F120C7-C5D6-4484-9C60-A9A89CA24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9" y="4010496"/>
            <a:ext cx="3518673" cy="20393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3F142B-38BB-427E-B731-AB472B005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0" y="1347269"/>
            <a:ext cx="1302445" cy="1951208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Windows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PC Settings(English)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4348" y="1196281"/>
            <a:ext cx="785818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4572000" y="997830"/>
            <a:ext cx="866" cy="53114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1560" y="888975"/>
            <a:ext cx="3436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1.1 Windows 10 </a:t>
            </a:r>
            <a:r>
              <a:rPr lang="ko-KR" altLang="ko-KR" sz="1400" dirty="0" err="1">
                <a:effectLst/>
              </a:rPr>
              <a:t>Wireless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Settings(</a:t>
            </a:r>
            <a:r>
              <a:rPr lang="en-US" altLang="ko-KR" sz="14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4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888975"/>
            <a:ext cx="3514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1.2 Windows 10 </a:t>
            </a:r>
            <a:r>
              <a:rPr lang="ko-KR" altLang="ko-KR" sz="1400" dirty="0" err="1">
                <a:effectLst/>
              </a:rPr>
              <a:t>Wireless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SSID Add(</a:t>
            </a:r>
            <a:r>
              <a:rPr lang="en-US" altLang="ko-KR" sz="14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4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B1F56C-4AB0-4521-9992-ED444E66031A}"/>
              </a:ext>
            </a:extLst>
          </p:cNvPr>
          <p:cNvSpPr txBox="1"/>
          <p:nvPr/>
        </p:nvSpPr>
        <p:spPr>
          <a:xfrm>
            <a:off x="367437" y="118814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❶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A51D1D-E4BD-405B-B8D8-391FE1CF4D7C}"/>
              </a:ext>
            </a:extLst>
          </p:cNvPr>
          <p:cNvSpPr txBox="1"/>
          <p:nvPr/>
        </p:nvSpPr>
        <p:spPr>
          <a:xfrm>
            <a:off x="386721" y="364993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❷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943D6F-29EE-470F-8C80-366E8309CABF}"/>
              </a:ext>
            </a:extLst>
          </p:cNvPr>
          <p:cNvSpPr txBox="1"/>
          <p:nvPr/>
        </p:nvSpPr>
        <p:spPr>
          <a:xfrm>
            <a:off x="4525873" y="1196752"/>
            <a:ext cx="415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❸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D540B6-42C5-4700-99D0-D422BF8AD061}"/>
              </a:ext>
            </a:extLst>
          </p:cNvPr>
          <p:cNvSpPr txBox="1"/>
          <p:nvPr/>
        </p:nvSpPr>
        <p:spPr>
          <a:xfrm>
            <a:off x="4542190" y="364502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❹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C803EA0-F482-45A3-935B-574D0AF7C13C}"/>
              </a:ext>
            </a:extLst>
          </p:cNvPr>
          <p:cNvSpPr/>
          <p:nvPr/>
        </p:nvSpPr>
        <p:spPr>
          <a:xfrm>
            <a:off x="1331640" y="3162777"/>
            <a:ext cx="180233" cy="1253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72" name="꺾인 연결선 140">
            <a:extLst>
              <a:ext uri="{FF2B5EF4-FFF2-40B4-BE49-F238E27FC236}">
                <a16:creationId xmlns:a16="http://schemas.microsoft.com/office/drawing/2014/main" id="{F33C6434-D555-413F-8D7F-D66C0F3E052A}"/>
              </a:ext>
            </a:extLst>
          </p:cNvPr>
          <p:cNvCxnSpPr>
            <a:cxnSpLocks/>
            <a:stCxn id="74" idx="1"/>
            <a:endCxn id="71" idx="1"/>
          </p:cNvCxnSpPr>
          <p:nvPr/>
        </p:nvCxnSpPr>
        <p:spPr>
          <a:xfrm rot="10800000">
            <a:off x="1331640" y="3225440"/>
            <a:ext cx="80006" cy="217584"/>
          </a:xfrm>
          <a:prstGeom prst="bentConnector3">
            <a:avLst>
              <a:gd name="adj1" fmla="val 295498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65B7C60-ABFE-45EA-BD58-432D60AD8DA6}"/>
              </a:ext>
            </a:extLst>
          </p:cNvPr>
          <p:cNvSpPr txBox="1"/>
          <p:nvPr/>
        </p:nvSpPr>
        <p:spPr>
          <a:xfrm>
            <a:off x="1634027" y="3302928"/>
            <a:ext cx="662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</a:t>
            </a:r>
            <a:r>
              <a:rPr lang="en-US" altLang="ko-KR" sz="1050" dirty="0"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lick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A30D3C2C-F93B-4E46-8B70-13D53D50E8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9783" y="3354309"/>
            <a:ext cx="178895" cy="154301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45008B25-980A-48EA-9B45-A87662E72F4E}"/>
              </a:ext>
            </a:extLst>
          </p:cNvPr>
          <p:cNvSpPr txBox="1"/>
          <p:nvPr/>
        </p:nvSpPr>
        <p:spPr>
          <a:xfrm>
            <a:off x="1411646" y="3304524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01A8DB7-FE4E-4C8A-84FE-5EFE21DE4E79}"/>
              </a:ext>
            </a:extLst>
          </p:cNvPr>
          <p:cNvSpPr/>
          <p:nvPr/>
        </p:nvSpPr>
        <p:spPr>
          <a:xfrm>
            <a:off x="1417239" y="3492719"/>
            <a:ext cx="3385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350FFA-E14C-464C-BA9E-AE5751194B2B}"/>
              </a:ext>
            </a:extLst>
          </p:cNvPr>
          <p:cNvSpPr txBox="1"/>
          <p:nvPr/>
        </p:nvSpPr>
        <p:spPr>
          <a:xfrm>
            <a:off x="1556930" y="3504826"/>
            <a:ext cx="7264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</a:t>
            </a:r>
            <a:r>
              <a:rPr lang="en-US" altLang="ko-KR" sz="1050" dirty="0" err="1"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li</a:t>
            </a:r>
            <a:r>
              <a:rPr lang="en-US" altLang="ko-KR" sz="1050" dirty="0"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Click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2EAD41AB-38AD-46B2-8D5C-359BC7AE61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8683" y="3551373"/>
            <a:ext cx="179996" cy="170557"/>
          </a:xfrm>
          <a:prstGeom prst="rect">
            <a:avLst/>
          </a:prstGeom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104353B3-5B12-458F-999F-806FC4F5A9FC}"/>
              </a:ext>
            </a:extLst>
          </p:cNvPr>
          <p:cNvSpPr/>
          <p:nvPr/>
        </p:nvSpPr>
        <p:spPr>
          <a:xfrm>
            <a:off x="1331473" y="2824061"/>
            <a:ext cx="161373" cy="148505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90" name="꺾인 연결선 140">
            <a:extLst>
              <a:ext uri="{FF2B5EF4-FFF2-40B4-BE49-F238E27FC236}">
                <a16:creationId xmlns:a16="http://schemas.microsoft.com/office/drawing/2014/main" id="{597EFF27-55A0-4FCC-AFDD-E0B4AED4456E}"/>
              </a:ext>
            </a:extLst>
          </p:cNvPr>
          <p:cNvCxnSpPr>
            <a:cxnSpLocks/>
            <a:stCxn id="79" idx="1"/>
            <a:endCxn id="89" idx="1"/>
          </p:cNvCxnSpPr>
          <p:nvPr/>
        </p:nvCxnSpPr>
        <p:spPr>
          <a:xfrm rot="10800000">
            <a:off x="1331473" y="2898315"/>
            <a:ext cx="85766" cy="732905"/>
          </a:xfrm>
          <a:prstGeom prst="bentConnector3">
            <a:avLst>
              <a:gd name="adj1" fmla="val 366539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46778E2-708B-454D-A4D5-253AFDB16537}"/>
              </a:ext>
            </a:extLst>
          </p:cNvPr>
          <p:cNvSpPr/>
          <p:nvPr/>
        </p:nvSpPr>
        <p:spPr>
          <a:xfrm>
            <a:off x="1081202" y="4822734"/>
            <a:ext cx="897790" cy="241253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94" name="꺾인 연결선 140">
            <a:extLst>
              <a:ext uri="{FF2B5EF4-FFF2-40B4-BE49-F238E27FC236}">
                <a16:creationId xmlns:a16="http://schemas.microsoft.com/office/drawing/2014/main" id="{AB177686-08CC-40B0-A7C5-6FC682881FA9}"/>
              </a:ext>
            </a:extLst>
          </p:cNvPr>
          <p:cNvCxnSpPr>
            <a:cxnSpLocks/>
            <a:stCxn id="96" idx="1"/>
            <a:endCxn id="92" idx="1"/>
          </p:cNvCxnSpPr>
          <p:nvPr/>
        </p:nvCxnSpPr>
        <p:spPr>
          <a:xfrm rot="10800000">
            <a:off x="1081202" y="4943362"/>
            <a:ext cx="106422" cy="1360443"/>
          </a:xfrm>
          <a:prstGeom prst="bentConnector3">
            <a:avLst>
              <a:gd name="adj1" fmla="val 314805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FD2B62F7-400B-4C13-A743-D6F00DC8D092}"/>
              </a:ext>
            </a:extLst>
          </p:cNvPr>
          <p:cNvSpPr txBox="1"/>
          <p:nvPr/>
        </p:nvSpPr>
        <p:spPr>
          <a:xfrm>
            <a:off x="1187624" y="6176846"/>
            <a:ext cx="17684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Nework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&amp; Internet Click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93A5CE6-C07C-4078-BA20-1B010BEDD35F}"/>
              </a:ext>
            </a:extLst>
          </p:cNvPr>
          <p:cNvSpPr txBox="1"/>
          <p:nvPr/>
        </p:nvSpPr>
        <p:spPr>
          <a:xfrm>
            <a:off x="1187624" y="6165304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cxnSp>
        <p:nvCxnSpPr>
          <p:cNvPr id="98" name="꺾인 연결선 140">
            <a:extLst>
              <a:ext uri="{FF2B5EF4-FFF2-40B4-BE49-F238E27FC236}">
                <a16:creationId xmlns:a16="http://schemas.microsoft.com/office/drawing/2014/main" id="{64E1D89B-F1F7-4578-92F8-D870B6A48AB5}"/>
              </a:ext>
            </a:extLst>
          </p:cNvPr>
          <p:cNvCxnSpPr>
            <a:cxnSpLocks/>
            <a:stCxn id="111" idx="3"/>
            <a:endCxn id="82" idx="3"/>
          </p:cNvCxnSpPr>
          <p:nvPr/>
        </p:nvCxnSpPr>
        <p:spPr>
          <a:xfrm flipV="1">
            <a:off x="7244953" y="2341647"/>
            <a:ext cx="215026" cy="1317558"/>
          </a:xfrm>
          <a:prstGeom prst="bentConnector3">
            <a:avLst>
              <a:gd name="adj1" fmla="val 206313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BEA1FF71-D4C1-4B93-A7BA-515D0B6F06BF}"/>
              </a:ext>
            </a:extLst>
          </p:cNvPr>
          <p:cNvSpPr txBox="1"/>
          <p:nvPr/>
        </p:nvSpPr>
        <p:spPr>
          <a:xfrm>
            <a:off x="5081528" y="3361185"/>
            <a:ext cx="9797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Wi-Fi C</a:t>
            </a:r>
            <a:r>
              <a:rPr lang="en-US" altLang="ko-KR" sz="1050" dirty="0"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lick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A307D63-0DD2-4821-B2C6-2B70429B39AC}"/>
              </a:ext>
            </a:extLst>
          </p:cNvPr>
          <p:cNvSpPr txBox="1"/>
          <p:nvPr/>
        </p:nvSpPr>
        <p:spPr>
          <a:xfrm>
            <a:off x="5072197" y="3343138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5258786-6040-46D9-87A0-89D2B9625549}"/>
              </a:ext>
            </a:extLst>
          </p:cNvPr>
          <p:cNvSpPr/>
          <p:nvPr/>
        </p:nvSpPr>
        <p:spPr>
          <a:xfrm>
            <a:off x="4922708" y="2084295"/>
            <a:ext cx="351975" cy="148683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B3C3CEE-464C-48A5-91DC-8B8572D30907}"/>
              </a:ext>
            </a:extLst>
          </p:cNvPr>
          <p:cNvSpPr txBox="1"/>
          <p:nvPr/>
        </p:nvSpPr>
        <p:spPr>
          <a:xfrm>
            <a:off x="5085387" y="3532247"/>
            <a:ext cx="21595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Manage known networks Click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6E7F6909-5ADE-467B-9576-0D647A7C95EA}"/>
              </a:ext>
            </a:extLst>
          </p:cNvPr>
          <p:cNvSpPr/>
          <p:nvPr/>
        </p:nvSpPr>
        <p:spPr>
          <a:xfrm>
            <a:off x="5075948" y="3520705"/>
            <a:ext cx="3385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cxnSp>
        <p:nvCxnSpPr>
          <p:cNvPr id="113" name="꺾인 연결선 140">
            <a:extLst>
              <a:ext uri="{FF2B5EF4-FFF2-40B4-BE49-F238E27FC236}">
                <a16:creationId xmlns:a16="http://schemas.microsoft.com/office/drawing/2014/main" id="{624E9D35-6514-44CB-BF1E-5419C14375E1}"/>
              </a:ext>
            </a:extLst>
          </p:cNvPr>
          <p:cNvCxnSpPr>
            <a:cxnSpLocks/>
            <a:stCxn id="100" idx="1"/>
            <a:endCxn id="109" idx="1"/>
          </p:cNvCxnSpPr>
          <p:nvPr/>
        </p:nvCxnSpPr>
        <p:spPr>
          <a:xfrm rot="10800000">
            <a:off x="4922709" y="2158638"/>
            <a:ext cx="149489" cy="1323001"/>
          </a:xfrm>
          <a:prstGeom prst="bentConnector3">
            <a:avLst>
              <a:gd name="adj1" fmla="val 252921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64FADF2A-217E-4BBD-916F-7EC24E7CB1BA}"/>
              </a:ext>
            </a:extLst>
          </p:cNvPr>
          <p:cNvSpPr txBox="1"/>
          <p:nvPr/>
        </p:nvSpPr>
        <p:spPr>
          <a:xfrm>
            <a:off x="4922709" y="6207049"/>
            <a:ext cx="3385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DEF8D63-8F2C-458C-9C0F-EF8661ABEB42}"/>
              </a:ext>
            </a:extLst>
          </p:cNvPr>
          <p:cNvSpPr txBox="1"/>
          <p:nvPr/>
        </p:nvSpPr>
        <p:spPr>
          <a:xfrm>
            <a:off x="4922709" y="6195507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cxnSp>
        <p:nvCxnSpPr>
          <p:cNvPr id="122" name="꺾인 연결선 140">
            <a:extLst>
              <a:ext uri="{FF2B5EF4-FFF2-40B4-BE49-F238E27FC236}">
                <a16:creationId xmlns:a16="http://schemas.microsoft.com/office/drawing/2014/main" id="{3B146D5D-C647-4E19-9B7A-6257C0BCABF0}"/>
              </a:ext>
            </a:extLst>
          </p:cNvPr>
          <p:cNvCxnSpPr>
            <a:cxnSpLocks/>
            <a:stCxn id="121" idx="1"/>
            <a:endCxn id="91" idx="1"/>
          </p:cNvCxnSpPr>
          <p:nvPr/>
        </p:nvCxnSpPr>
        <p:spPr>
          <a:xfrm rot="10800000" flipH="1">
            <a:off x="4922709" y="4985677"/>
            <a:ext cx="9124" cy="1348331"/>
          </a:xfrm>
          <a:prstGeom prst="bentConnector3">
            <a:avLst>
              <a:gd name="adj1" fmla="val -2505480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762B7E5-0530-454F-9AF4-5DB87B5E8977}"/>
              </a:ext>
            </a:extLst>
          </p:cNvPr>
          <p:cNvSpPr/>
          <p:nvPr/>
        </p:nvSpPr>
        <p:spPr>
          <a:xfrm>
            <a:off x="5957972" y="2272087"/>
            <a:ext cx="1502007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FEB0B4F-7A8C-417B-9714-28D84822E193}"/>
              </a:ext>
            </a:extLst>
          </p:cNvPr>
          <p:cNvSpPr/>
          <p:nvPr/>
        </p:nvSpPr>
        <p:spPr>
          <a:xfrm>
            <a:off x="4931833" y="4822734"/>
            <a:ext cx="2302933" cy="325884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680D7E9-49B4-4A25-830A-F3BC411E89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0651" y="4304379"/>
            <a:ext cx="1796819" cy="23642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9C58F6F4-0006-46FA-8D6B-CD1CD1909EBB}"/>
              </a:ext>
            </a:extLst>
          </p:cNvPr>
          <p:cNvSpPr txBox="1"/>
          <p:nvPr/>
        </p:nvSpPr>
        <p:spPr>
          <a:xfrm>
            <a:off x="5094462" y="6203973"/>
            <a:ext cx="166904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Add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new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network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Click</a:t>
            </a:r>
          </a:p>
        </p:txBody>
      </p:sp>
      <p:sp>
        <p:nvSpPr>
          <p:cNvPr id="107" name="화살표: 위로 구부러짐 106">
            <a:extLst>
              <a:ext uri="{FF2B5EF4-FFF2-40B4-BE49-F238E27FC236}">
                <a16:creationId xmlns:a16="http://schemas.microsoft.com/office/drawing/2014/main" id="{E816E262-CD9F-438D-AFED-205712EBD1EC}"/>
              </a:ext>
            </a:extLst>
          </p:cNvPr>
          <p:cNvSpPr/>
          <p:nvPr/>
        </p:nvSpPr>
        <p:spPr>
          <a:xfrm rot="20111653" flipV="1">
            <a:off x="5952687" y="4167268"/>
            <a:ext cx="1193694" cy="41355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0CDE65E-D907-4EE9-B99A-4392841B66C1}"/>
              </a:ext>
            </a:extLst>
          </p:cNvPr>
          <p:cNvSpPr txBox="1"/>
          <p:nvPr/>
        </p:nvSpPr>
        <p:spPr>
          <a:xfrm>
            <a:off x="7080556" y="5536732"/>
            <a:ext cx="1023521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180000" bIns="0" rtlCol="0">
            <a:spAutoFit/>
          </a:bodyPr>
          <a:lstStyle/>
          <a:p>
            <a:r>
              <a:rPr lang="ko-KR" altLang="en-US" sz="800" dirty="0">
                <a:latin typeface="+mj-lt"/>
                <a:ea typeface="LG스마트체 Regular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</a:rPr>
              <a:t>lgespguest1234!</a:t>
            </a:r>
            <a:endParaRPr lang="en-US" altLang="ko-KR" sz="800" dirty="0">
              <a:latin typeface="+mj-lt"/>
              <a:ea typeface="LG스마트체 Regular" panose="020B0600000101010101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EBC7ED2-EAAA-400C-BDFE-C670C67A6721}"/>
              </a:ext>
            </a:extLst>
          </p:cNvPr>
          <p:cNvSpPr txBox="1"/>
          <p:nvPr/>
        </p:nvSpPr>
        <p:spPr>
          <a:xfrm>
            <a:off x="7076647" y="4740095"/>
            <a:ext cx="1023521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180000" bIns="0" rtlCol="0">
            <a:spAutoFit/>
          </a:bodyPr>
          <a:lstStyle/>
          <a:p>
            <a:r>
              <a:rPr lang="ko-KR" altLang="en-US" sz="800" dirty="0">
                <a:latin typeface="+mj-lt"/>
                <a:ea typeface="LG스마트체 Regular" panose="020B0600000101010101" pitchFamily="50" charset="-127"/>
              </a:rPr>
              <a:t> </a:t>
            </a:r>
            <a:r>
              <a:rPr lang="en-US" altLang="ko-KR" sz="800" dirty="0" err="1">
                <a:solidFill>
                  <a:srgbClr val="000000"/>
                </a:solidFill>
                <a:latin typeface="+mj-lt"/>
                <a:ea typeface="굴림" panose="020B0600000101010101" pitchFamily="50" charset="-127"/>
              </a:rPr>
              <a:t>gLGE</a:t>
            </a:r>
            <a:endParaRPr lang="en-US" altLang="ko-KR" sz="800" dirty="0">
              <a:latin typeface="+mj-lt"/>
              <a:ea typeface="LG스마트체 Regular" panose="020B0600000101010101" pitchFamily="50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02533EE-387C-4EB5-B28B-29155B4F0987}"/>
              </a:ext>
            </a:extLst>
          </p:cNvPr>
          <p:cNvSpPr/>
          <p:nvPr/>
        </p:nvSpPr>
        <p:spPr>
          <a:xfrm>
            <a:off x="7046080" y="6402946"/>
            <a:ext cx="766280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2F2C70E5-BF38-4C81-BF33-7C3E6CD05796}"/>
              </a:ext>
            </a:extLst>
          </p:cNvPr>
          <p:cNvSpPr/>
          <p:nvPr/>
        </p:nvSpPr>
        <p:spPr>
          <a:xfrm>
            <a:off x="7050115" y="4733885"/>
            <a:ext cx="1554331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9E6B90EC-0322-46C2-B42B-3480E53231B2}"/>
              </a:ext>
            </a:extLst>
          </p:cNvPr>
          <p:cNvSpPr/>
          <p:nvPr/>
        </p:nvSpPr>
        <p:spPr>
          <a:xfrm>
            <a:off x="7046080" y="5135286"/>
            <a:ext cx="1558367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02EF76C5-9515-41A3-8774-93BA992FB23F}"/>
              </a:ext>
            </a:extLst>
          </p:cNvPr>
          <p:cNvSpPr/>
          <p:nvPr/>
        </p:nvSpPr>
        <p:spPr>
          <a:xfrm>
            <a:off x="7054844" y="5525321"/>
            <a:ext cx="1558366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79AB0DB-1046-4FAA-8322-903D8E3E0993}"/>
              </a:ext>
            </a:extLst>
          </p:cNvPr>
          <p:cNvSpPr/>
          <p:nvPr/>
        </p:nvSpPr>
        <p:spPr>
          <a:xfrm>
            <a:off x="7026108" y="5807402"/>
            <a:ext cx="125668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9E94F9FA-44BF-4B8D-AEDC-2F5BFA3AE6D3}"/>
              </a:ext>
            </a:extLst>
          </p:cNvPr>
          <p:cNvSpPr/>
          <p:nvPr/>
        </p:nvSpPr>
        <p:spPr>
          <a:xfrm>
            <a:off x="7027404" y="6054841"/>
            <a:ext cx="125668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7F7C59D-96FE-469E-A7D1-346B82C5EBB9}"/>
              </a:ext>
            </a:extLst>
          </p:cNvPr>
          <p:cNvSpPr txBox="1"/>
          <p:nvPr/>
        </p:nvSpPr>
        <p:spPr>
          <a:xfrm>
            <a:off x="6828145" y="4681230"/>
            <a:ext cx="3329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E9069887-BF6D-4DFD-ABB8-112DA1191CD6}"/>
              </a:ext>
            </a:extLst>
          </p:cNvPr>
          <p:cNvSpPr/>
          <p:nvPr/>
        </p:nvSpPr>
        <p:spPr>
          <a:xfrm>
            <a:off x="6824833" y="5071054"/>
            <a:ext cx="33855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7DA35E1-8FA1-4320-B1C2-E07759E46192}"/>
              </a:ext>
            </a:extLst>
          </p:cNvPr>
          <p:cNvSpPr txBox="1"/>
          <p:nvPr/>
        </p:nvSpPr>
        <p:spPr>
          <a:xfrm>
            <a:off x="6835793" y="5468286"/>
            <a:ext cx="296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6C80617-25FA-4B67-8532-7E07FDED8486}"/>
              </a:ext>
            </a:extLst>
          </p:cNvPr>
          <p:cNvSpPr txBox="1"/>
          <p:nvPr/>
        </p:nvSpPr>
        <p:spPr>
          <a:xfrm>
            <a:off x="6805863" y="5742675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④</a:t>
            </a:r>
            <a:endParaRPr lang="ko-KR" altLang="en-US" sz="10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04D1570-3627-4455-BBBB-FF56F7012720}"/>
              </a:ext>
            </a:extLst>
          </p:cNvPr>
          <p:cNvSpPr txBox="1"/>
          <p:nvPr/>
        </p:nvSpPr>
        <p:spPr>
          <a:xfrm>
            <a:off x="6806030" y="5993618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⑤</a:t>
            </a:r>
            <a:endParaRPr lang="ko-KR" altLang="en-US" sz="10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7CB8DE1-DDD2-4A4B-86EB-C3ADB5B44D43}"/>
              </a:ext>
            </a:extLst>
          </p:cNvPr>
          <p:cNvSpPr txBox="1"/>
          <p:nvPr/>
        </p:nvSpPr>
        <p:spPr>
          <a:xfrm>
            <a:off x="6815972" y="634463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⑥</a:t>
            </a:r>
            <a:endParaRPr lang="ko-KR" altLang="en-US" sz="10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290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81352DFD-A4CF-4149-875D-944D39F1C0FB}"/>
              </a:ext>
            </a:extLst>
          </p:cNvPr>
          <p:cNvGrpSpPr/>
          <p:nvPr/>
        </p:nvGrpSpPr>
        <p:grpSpPr>
          <a:xfrm>
            <a:off x="1279926" y="1323947"/>
            <a:ext cx="2447551" cy="3766427"/>
            <a:chOff x="5176351" y="1406472"/>
            <a:chExt cx="2479573" cy="414863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18AF376-D0CD-43DC-9BEE-C32C58B5E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6351" y="1406472"/>
              <a:ext cx="2479573" cy="414863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9C00DEC-E83A-4B71-B40F-87836D6B4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62131" y="2136019"/>
              <a:ext cx="360040" cy="115337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AA7E8FC-22D4-4694-A72D-846FFA896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82044" y="2403150"/>
              <a:ext cx="131404" cy="133142"/>
            </a:xfrm>
            <a:prstGeom prst="rect">
              <a:avLst/>
            </a:prstGeom>
          </p:spPr>
        </p:pic>
      </p:grpSp>
      <p:cxnSp>
        <p:nvCxnSpPr>
          <p:cNvPr id="5" name="직선 연결선 4"/>
          <p:cNvCxnSpPr/>
          <p:nvPr/>
        </p:nvCxnSpPr>
        <p:spPr>
          <a:xfrm>
            <a:off x="714348" y="1196281"/>
            <a:ext cx="785818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4572000" y="997830"/>
            <a:ext cx="866" cy="53114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1560" y="888975"/>
            <a:ext cx="3437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1.3 Windows 10 </a:t>
            </a:r>
            <a:r>
              <a:rPr lang="ko-KR" altLang="ko-KR" sz="1400" dirty="0" err="1">
                <a:effectLst/>
              </a:rPr>
              <a:t>Wireless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Connect(</a:t>
            </a:r>
            <a:r>
              <a:rPr lang="en-US" altLang="ko-KR" sz="14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4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B1F56C-4AB0-4521-9992-ED444E66031A}"/>
              </a:ext>
            </a:extLst>
          </p:cNvPr>
          <p:cNvSpPr txBox="1"/>
          <p:nvPr/>
        </p:nvSpPr>
        <p:spPr>
          <a:xfrm>
            <a:off x="367437" y="118814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❶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CADC81C-6132-4828-AB87-6E4C0C1933EB}"/>
              </a:ext>
            </a:extLst>
          </p:cNvPr>
          <p:cNvSpPr/>
          <p:nvPr/>
        </p:nvSpPr>
        <p:spPr>
          <a:xfrm>
            <a:off x="1728540" y="2187506"/>
            <a:ext cx="1115268" cy="197014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98" name="꺾인 연결선 140">
            <a:extLst>
              <a:ext uri="{FF2B5EF4-FFF2-40B4-BE49-F238E27FC236}">
                <a16:creationId xmlns:a16="http://schemas.microsoft.com/office/drawing/2014/main" id="{64E1D89B-F1F7-4578-92F8-D870B6A48AB5}"/>
              </a:ext>
            </a:extLst>
          </p:cNvPr>
          <p:cNvCxnSpPr>
            <a:cxnSpLocks/>
            <a:stCxn id="52" idx="1"/>
            <a:endCxn id="97" idx="1"/>
          </p:cNvCxnSpPr>
          <p:nvPr/>
        </p:nvCxnSpPr>
        <p:spPr>
          <a:xfrm rot="10800000" flipH="1">
            <a:off x="1187624" y="2286014"/>
            <a:ext cx="540916" cy="3608315"/>
          </a:xfrm>
          <a:prstGeom prst="bentConnector3">
            <a:avLst>
              <a:gd name="adj1" fmla="val -42262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BEA1FF71-D4C1-4B93-A7BA-515D0B6F06BF}"/>
              </a:ext>
            </a:extLst>
          </p:cNvPr>
          <p:cNvSpPr txBox="1"/>
          <p:nvPr/>
        </p:nvSpPr>
        <p:spPr>
          <a:xfrm>
            <a:off x="1187624" y="5528523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en-US" altLang="ko-KR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WiFi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Click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A307D63-0DD2-4821-B2C6-2B70429B39AC}"/>
              </a:ext>
            </a:extLst>
          </p:cNvPr>
          <p:cNvSpPr txBox="1"/>
          <p:nvPr/>
        </p:nvSpPr>
        <p:spPr>
          <a:xfrm>
            <a:off x="1187624" y="5516981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63F764F-75B1-4F02-9FBC-9D44DE01D9DD}"/>
              </a:ext>
            </a:extLst>
          </p:cNvPr>
          <p:cNvSpPr/>
          <p:nvPr/>
        </p:nvSpPr>
        <p:spPr>
          <a:xfrm>
            <a:off x="2699792" y="2408091"/>
            <a:ext cx="943118" cy="197014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49" name="꺾인 연결선 140">
            <a:extLst>
              <a:ext uri="{FF2B5EF4-FFF2-40B4-BE49-F238E27FC236}">
                <a16:creationId xmlns:a16="http://schemas.microsoft.com/office/drawing/2014/main" id="{BD434B28-3FCE-47F0-9081-C4295830DB3D}"/>
              </a:ext>
            </a:extLst>
          </p:cNvPr>
          <p:cNvCxnSpPr>
            <a:cxnSpLocks/>
            <a:stCxn id="60" idx="3"/>
            <a:endCxn id="48" idx="3"/>
          </p:cNvCxnSpPr>
          <p:nvPr/>
        </p:nvCxnSpPr>
        <p:spPr>
          <a:xfrm flipV="1">
            <a:off x="2382960" y="2506598"/>
            <a:ext cx="1259950" cy="3613087"/>
          </a:xfrm>
          <a:prstGeom prst="bentConnector3">
            <a:avLst>
              <a:gd name="adj1" fmla="val 118144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C2BD675-D54A-48A5-8189-828CAB0CC595}"/>
              </a:ext>
            </a:extLst>
          </p:cNvPr>
          <p:cNvSpPr txBox="1"/>
          <p:nvPr/>
        </p:nvSpPr>
        <p:spPr>
          <a:xfrm>
            <a:off x="1265801" y="5758039"/>
            <a:ext cx="20345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Connect automatically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Check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F607FF-491F-4201-8263-0F30EC4742D6}"/>
              </a:ext>
            </a:extLst>
          </p:cNvPr>
          <p:cNvSpPr txBox="1"/>
          <p:nvPr/>
        </p:nvSpPr>
        <p:spPr>
          <a:xfrm>
            <a:off x="1187624" y="5755828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217D365-C1D8-4364-9E47-3210464202D0}"/>
              </a:ext>
            </a:extLst>
          </p:cNvPr>
          <p:cNvSpPr/>
          <p:nvPr/>
        </p:nvSpPr>
        <p:spPr>
          <a:xfrm>
            <a:off x="2802189" y="4873904"/>
            <a:ext cx="185636" cy="197014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49E651-AE81-4223-A24D-4CE6B23E7E86}"/>
              </a:ext>
            </a:extLst>
          </p:cNvPr>
          <p:cNvSpPr txBox="1"/>
          <p:nvPr/>
        </p:nvSpPr>
        <p:spPr>
          <a:xfrm>
            <a:off x="1228477" y="5992727"/>
            <a:ext cx="11544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Connect Click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0BFB13-1924-472B-957A-505FABD3D361}"/>
              </a:ext>
            </a:extLst>
          </p:cNvPr>
          <p:cNvSpPr txBox="1"/>
          <p:nvPr/>
        </p:nvSpPr>
        <p:spPr>
          <a:xfrm>
            <a:off x="1189208" y="5978356"/>
            <a:ext cx="319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cxnSp>
        <p:nvCxnSpPr>
          <p:cNvPr id="75" name="꺾인 연결선 140">
            <a:extLst>
              <a:ext uri="{FF2B5EF4-FFF2-40B4-BE49-F238E27FC236}">
                <a16:creationId xmlns:a16="http://schemas.microsoft.com/office/drawing/2014/main" id="{785749FC-3E2D-4342-80CD-595821EDC08E}"/>
              </a:ext>
            </a:extLst>
          </p:cNvPr>
          <p:cNvCxnSpPr>
            <a:cxnSpLocks/>
            <a:stCxn id="99" idx="3"/>
            <a:endCxn id="59" idx="2"/>
          </p:cNvCxnSpPr>
          <p:nvPr/>
        </p:nvCxnSpPr>
        <p:spPr>
          <a:xfrm flipV="1">
            <a:off x="2151349" y="5070918"/>
            <a:ext cx="743658" cy="584563"/>
          </a:xfrm>
          <a:prstGeom prst="bentConnector2">
            <a:avLst/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제목 1">
            <a:extLst>
              <a:ext uri="{FF2B5EF4-FFF2-40B4-BE49-F238E27FC236}">
                <a16:creationId xmlns:a16="http://schemas.microsoft.com/office/drawing/2014/main" id="{B5DBF9D0-4FE6-4795-9DBA-493DF32B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Windows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PC Settings(English)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5670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899592" y="1628800"/>
            <a:ext cx="7416824" cy="2049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701" tIns="42350" rIns="84701" bIns="42350">
            <a:spAutoFit/>
          </a:bodyPr>
          <a:lstStyle/>
          <a:p>
            <a:pPr algn="ctr" defTabSz="847725">
              <a:lnSpc>
                <a:spcPct val="110000"/>
              </a:lnSpc>
            </a:pPr>
            <a:r>
              <a:rPr lang="en-US" altLang="ko-KR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LG</a:t>
            </a:r>
            <a:r>
              <a:rPr lang="ko-KR" altLang="en-US" sz="32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사이언스파크</a:t>
            </a:r>
            <a:r>
              <a:rPr lang="ko-KR" altLang="en-US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무선</a:t>
            </a:r>
            <a:r>
              <a:rPr lang="en-US" altLang="ko-KR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32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설정 가이드</a:t>
            </a:r>
            <a:endParaRPr lang="en-US" altLang="ko-KR" sz="32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847725">
              <a:lnSpc>
                <a:spcPct val="110000"/>
              </a:lnSpc>
            </a:pPr>
            <a:endParaRPr lang="en-US" altLang="ko-KR" sz="28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847725">
              <a:lnSpc>
                <a:spcPct val="110000"/>
              </a:lnSpc>
            </a:pPr>
            <a:endParaRPr lang="en-US" altLang="ko-KR" sz="28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847725">
              <a:lnSpc>
                <a:spcPct val="11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MAC OS -</a:t>
            </a:r>
            <a:endParaRPr lang="ko-KR" altLang="en-US" sz="28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3632994" y="5373216"/>
            <a:ext cx="187801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ko-KR" sz="1800" b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2021.04</a:t>
            </a:r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1296032" y="2276872"/>
            <a:ext cx="66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4211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553E0C44-71D7-44AD-9041-760821575F1F}"/>
              </a:ext>
            </a:extLst>
          </p:cNvPr>
          <p:cNvGrpSpPr/>
          <p:nvPr/>
        </p:nvGrpSpPr>
        <p:grpSpPr>
          <a:xfrm>
            <a:off x="4783059" y="1671339"/>
            <a:ext cx="3604520" cy="2136857"/>
            <a:chOff x="4783059" y="1671339"/>
            <a:chExt cx="3604520" cy="2136857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3D0E7073-C153-49BC-9495-03BC5D0C9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3059" y="1671339"/>
              <a:ext cx="3604520" cy="2136857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3D79289-01F1-4B8B-A571-F22D3CB63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78036" y="3085211"/>
              <a:ext cx="1086252" cy="327473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A4910AF-C362-492C-BFBE-70B3E4F02C89}"/>
                </a:ext>
              </a:extLst>
            </p:cNvPr>
            <p:cNvSpPr txBox="1"/>
            <p:nvPr/>
          </p:nvSpPr>
          <p:spPr>
            <a:xfrm>
              <a:off x="6179246" y="2848966"/>
              <a:ext cx="1023521" cy="15946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180000" bIns="36000" rtlCol="0">
              <a:spAutoFit/>
            </a:bodyPr>
            <a:lstStyle/>
            <a:p>
              <a:r>
                <a:rPr lang="ko-KR" altLang="en-US" sz="800" b="1" dirty="0">
                  <a:latin typeface="+mj-lt"/>
                  <a:ea typeface="LG스마트체 Regular" panose="020B0600000101010101" pitchFamily="50" charset="-127"/>
                </a:rPr>
                <a:t> </a:t>
              </a:r>
              <a:r>
                <a:rPr lang="en-US" altLang="ko-KR" sz="800" b="1" dirty="0">
                  <a:solidFill>
                    <a:srgbClr val="000000"/>
                  </a:solidFill>
                  <a:effectLst/>
                  <a:latin typeface="+mj-lt"/>
                  <a:ea typeface="굴림" panose="020B0600000101010101" pitchFamily="50" charset="-127"/>
                </a:rPr>
                <a:t>lgespguest1234!</a:t>
              </a:r>
              <a:endParaRPr lang="en-US" altLang="ko-KR" sz="800" b="1" dirty="0">
                <a:latin typeface="+mj-lt"/>
                <a:ea typeface="LG스마트체 Regular" panose="020B0600000101010101" pitchFamily="50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9B3D6A6-3232-4D75-8AB4-CDF61791614D}"/>
                </a:ext>
              </a:extLst>
            </p:cNvPr>
            <p:cNvSpPr txBox="1"/>
            <p:nvPr/>
          </p:nvSpPr>
          <p:spPr>
            <a:xfrm>
              <a:off x="6187636" y="2415120"/>
              <a:ext cx="1023521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180000" bIns="0" rtlCol="0">
              <a:spAutoFit/>
            </a:bodyPr>
            <a:lstStyle/>
            <a:p>
              <a:r>
                <a:rPr lang="ko-KR" altLang="en-US" sz="800" b="1" dirty="0">
                  <a:latin typeface="+mj-lt"/>
                  <a:ea typeface="LG스마트체 Regular" panose="020B0600000101010101" pitchFamily="50" charset="-127"/>
                </a:rPr>
                <a:t> </a:t>
              </a:r>
              <a:r>
                <a:rPr lang="en-US" altLang="ko-KR" sz="800" b="1" dirty="0" err="1">
                  <a:solidFill>
                    <a:srgbClr val="000000"/>
                  </a:solidFill>
                  <a:effectLst/>
                  <a:latin typeface="+mj-lt"/>
                  <a:ea typeface="굴림" panose="020B0600000101010101" pitchFamily="50" charset="-127"/>
                </a:rPr>
                <a:t>gLGE</a:t>
              </a:r>
              <a:endParaRPr lang="en-US" altLang="ko-KR" sz="800" b="1" dirty="0">
                <a:latin typeface="+mj-lt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EF1FB7F-2225-493A-867F-06678B61C93B}"/>
              </a:ext>
            </a:extLst>
          </p:cNvPr>
          <p:cNvSpPr/>
          <p:nvPr/>
        </p:nvSpPr>
        <p:spPr>
          <a:xfrm>
            <a:off x="6159842" y="2386567"/>
            <a:ext cx="1004446" cy="196334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C0E09C7-9EE3-472C-AA26-659C8431221F}"/>
              </a:ext>
            </a:extLst>
          </p:cNvPr>
          <p:cNvSpPr/>
          <p:nvPr/>
        </p:nvSpPr>
        <p:spPr>
          <a:xfrm>
            <a:off x="6159842" y="2615893"/>
            <a:ext cx="1004446" cy="190204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182EA9F-855F-4F1F-9F95-25DD23E48EF8}"/>
              </a:ext>
            </a:extLst>
          </p:cNvPr>
          <p:cNvSpPr/>
          <p:nvPr/>
        </p:nvSpPr>
        <p:spPr>
          <a:xfrm>
            <a:off x="6158528" y="2835405"/>
            <a:ext cx="1022447" cy="176243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79AB0DB-1046-4FAA-8322-903D8E3E0993}"/>
              </a:ext>
            </a:extLst>
          </p:cNvPr>
          <p:cNvSpPr/>
          <p:nvPr/>
        </p:nvSpPr>
        <p:spPr>
          <a:xfrm>
            <a:off x="6157450" y="3248573"/>
            <a:ext cx="125668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02533EE-387C-4EB5-B28B-29155B4F0987}"/>
              </a:ext>
            </a:extLst>
          </p:cNvPr>
          <p:cNvSpPr/>
          <p:nvPr/>
        </p:nvSpPr>
        <p:spPr>
          <a:xfrm>
            <a:off x="7639181" y="3595796"/>
            <a:ext cx="573642" cy="162471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C33004D-E352-4F67-A334-EB002894C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716" y="1635831"/>
            <a:ext cx="3086100" cy="1609725"/>
          </a:xfrm>
          <a:prstGeom prst="rect">
            <a:avLst/>
          </a:prstGeom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MAC OS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설정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4348" y="1196281"/>
            <a:ext cx="785818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4572000" y="997830"/>
            <a:ext cx="866" cy="53114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1560" y="888975"/>
            <a:ext cx="241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1.1 MAC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OS 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무선 설정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14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4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888975"/>
            <a:ext cx="2826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1.2 MAC OS 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무선 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SSID 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추가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14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4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B1F56C-4AB0-4521-9992-ED444E66031A}"/>
              </a:ext>
            </a:extLst>
          </p:cNvPr>
          <p:cNvSpPr txBox="1"/>
          <p:nvPr/>
        </p:nvSpPr>
        <p:spPr>
          <a:xfrm>
            <a:off x="367437" y="118814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❶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A51D1D-E4BD-405B-B8D8-391FE1CF4D7C}"/>
              </a:ext>
            </a:extLst>
          </p:cNvPr>
          <p:cNvSpPr txBox="1"/>
          <p:nvPr/>
        </p:nvSpPr>
        <p:spPr>
          <a:xfrm>
            <a:off x="4532234" y="120488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❷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C803EA0-F482-45A3-935B-574D0AF7C13C}"/>
              </a:ext>
            </a:extLst>
          </p:cNvPr>
          <p:cNvSpPr/>
          <p:nvPr/>
        </p:nvSpPr>
        <p:spPr>
          <a:xfrm>
            <a:off x="1157052" y="2410494"/>
            <a:ext cx="1398724" cy="241253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72" name="꺾인 연결선 140">
            <a:extLst>
              <a:ext uri="{FF2B5EF4-FFF2-40B4-BE49-F238E27FC236}">
                <a16:creationId xmlns:a16="http://schemas.microsoft.com/office/drawing/2014/main" id="{F33C6434-D555-413F-8D7F-D66C0F3E052A}"/>
              </a:ext>
            </a:extLst>
          </p:cNvPr>
          <p:cNvCxnSpPr>
            <a:cxnSpLocks/>
            <a:stCxn id="73" idx="3"/>
            <a:endCxn id="71" idx="3"/>
          </p:cNvCxnSpPr>
          <p:nvPr/>
        </p:nvCxnSpPr>
        <p:spPr>
          <a:xfrm flipH="1" flipV="1">
            <a:off x="2555776" y="2531121"/>
            <a:ext cx="619212" cy="2715137"/>
          </a:xfrm>
          <a:prstGeom prst="bentConnector3">
            <a:avLst>
              <a:gd name="adj1" fmla="val -36918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65B7C60-ABFE-45EA-BD58-432D60AD8DA6}"/>
              </a:ext>
            </a:extLst>
          </p:cNvPr>
          <p:cNvSpPr txBox="1"/>
          <p:nvPr/>
        </p:nvSpPr>
        <p:spPr>
          <a:xfrm>
            <a:off x="1552428" y="5119300"/>
            <a:ext cx="16225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다른 네트워크에 연결 선택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5008B25-980A-48EA-9B45-A87662E72F4E}"/>
              </a:ext>
            </a:extLst>
          </p:cNvPr>
          <p:cNvSpPr txBox="1"/>
          <p:nvPr/>
        </p:nvSpPr>
        <p:spPr>
          <a:xfrm>
            <a:off x="1364200" y="4902251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01A8DB7-FE4E-4C8A-84FE-5EFE21DE4E79}"/>
              </a:ext>
            </a:extLst>
          </p:cNvPr>
          <p:cNvSpPr/>
          <p:nvPr/>
        </p:nvSpPr>
        <p:spPr>
          <a:xfrm>
            <a:off x="1369793" y="5090446"/>
            <a:ext cx="3385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350FFA-E14C-464C-BA9E-AE5751194B2B}"/>
              </a:ext>
            </a:extLst>
          </p:cNvPr>
          <p:cNvSpPr txBox="1"/>
          <p:nvPr/>
        </p:nvSpPr>
        <p:spPr>
          <a:xfrm>
            <a:off x="1554476" y="4913792"/>
            <a:ext cx="7328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WiFi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선택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104353B3-5B12-458F-999F-806FC4F5A9FC}"/>
              </a:ext>
            </a:extLst>
          </p:cNvPr>
          <p:cNvSpPr/>
          <p:nvPr/>
        </p:nvSpPr>
        <p:spPr>
          <a:xfrm>
            <a:off x="993885" y="1621742"/>
            <a:ext cx="290419" cy="270555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90" name="꺾인 연결선 140">
            <a:extLst>
              <a:ext uri="{FF2B5EF4-FFF2-40B4-BE49-F238E27FC236}">
                <a16:creationId xmlns:a16="http://schemas.microsoft.com/office/drawing/2014/main" id="{597EFF27-55A0-4FCC-AFDD-E0B4AED4456E}"/>
              </a:ext>
            </a:extLst>
          </p:cNvPr>
          <p:cNvCxnSpPr>
            <a:cxnSpLocks/>
            <a:stCxn id="74" idx="1"/>
            <a:endCxn id="89" idx="1"/>
          </p:cNvCxnSpPr>
          <p:nvPr/>
        </p:nvCxnSpPr>
        <p:spPr>
          <a:xfrm rot="10800000">
            <a:off x="993886" y="1757021"/>
            <a:ext cx="370315" cy="3283731"/>
          </a:xfrm>
          <a:prstGeom prst="bentConnector3">
            <a:avLst>
              <a:gd name="adj1" fmla="val 161731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27F7C59D-96FE-469E-A7D1-346B82C5EBB9}"/>
              </a:ext>
            </a:extLst>
          </p:cNvPr>
          <p:cNvSpPr txBox="1"/>
          <p:nvPr/>
        </p:nvSpPr>
        <p:spPr>
          <a:xfrm>
            <a:off x="7276979" y="2351701"/>
            <a:ext cx="3329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E9069887-BF6D-4DFD-ABB8-112DA1191CD6}"/>
              </a:ext>
            </a:extLst>
          </p:cNvPr>
          <p:cNvSpPr/>
          <p:nvPr/>
        </p:nvSpPr>
        <p:spPr>
          <a:xfrm>
            <a:off x="7273571" y="2590927"/>
            <a:ext cx="33855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7DA35E1-8FA1-4320-B1C2-E07759E46192}"/>
              </a:ext>
            </a:extLst>
          </p:cNvPr>
          <p:cNvSpPr txBox="1"/>
          <p:nvPr/>
        </p:nvSpPr>
        <p:spPr>
          <a:xfrm>
            <a:off x="7276979" y="2804972"/>
            <a:ext cx="296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6C80617-25FA-4B67-8532-7E07FDED8486}"/>
              </a:ext>
            </a:extLst>
          </p:cNvPr>
          <p:cNvSpPr txBox="1"/>
          <p:nvPr/>
        </p:nvSpPr>
        <p:spPr>
          <a:xfrm>
            <a:off x="5895901" y="318529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④</a:t>
            </a:r>
            <a:endParaRPr lang="ko-KR" altLang="en-US" sz="10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04D1570-3627-4455-BBBB-FF56F7012720}"/>
              </a:ext>
            </a:extLst>
          </p:cNvPr>
          <p:cNvSpPr txBox="1"/>
          <p:nvPr/>
        </p:nvSpPr>
        <p:spPr>
          <a:xfrm>
            <a:off x="8158350" y="352655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⑤</a:t>
            </a:r>
            <a:endParaRPr lang="ko-KR" altLang="en-US" sz="10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6002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5" descr="image013">
            <a:extLst>
              <a:ext uri="{FF2B5EF4-FFF2-40B4-BE49-F238E27FC236}">
                <a16:creationId xmlns:a16="http://schemas.microsoft.com/office/drawing/2014/main" id="{B62D5271-BC86-4320-B5D5-151198936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921" y="1632901"/>
            <a:ext cx="2078911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MAC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OS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Settings(English)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4348" y="1196281"/>
            <a:ext cx="785818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4572000" y="997830"/>
            <a:ext cx="866" cy="53114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EB1F56C-4AB0-4521-9992-ED444E66031A}"/>
              </a:ext>
            </a:extLst>
          </p:cNvPr>
          <p:cNvSpPr txBox="1"/>
          <p:nvPr/>
        </p:nvSpPr>
        <p:spPr>
          <a:xfrm>
            <a:off x="367437" y="118814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❶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CADC81C-6132-4828-AB87-6E4C0C1933EB}"/>
              </a:ext>
            </a:extLst>
          </p:cNvPr>
          <p:cNvSpPr/>
          <p:nvPr/>
        </p:nvSpPr>
        <p:spPr>
          <a:xfrm>
            <a:off x="1899141" y="3733810"/>
            <a:ext cx="1120896" cy="167071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98" name="꺾인 연결선 140">
            <a:extLst>
              <a:ext uri="{FF2B5EF4-FFF2-40B4-BE49-F238E27FC236}">
                <a16:creationId xmlns:a16="http://schemas.microsoft.com/office/drawing/2014/main" id="{64E1D89B-F1F7-4578-92F8-D870B6A48AB5}"/>
              </a:ext>
            </a:extLst>
          </p:cNvPr>
          <p:cNvCxnSpPr>
            <a:cxnSpLocks/>
            <a:stCxn id="52" idx="1"/>
            <a:endCxn id="97" idx="1"/>
          </p:cNvCxnSpPr>
          <p:nvPr/>
        </p:nvCxnSpPr>
        <p:spPr>
          <a:xfrm rot="10800000" flipH="1">
            <a:off x="1187623" y="3817347"/>
            <a:ext cx="711517" cy="1717193"/>
          </a:xfrm>
          <a:prstGeom prst="bentConnector3">
            <a:avLst>
              <a:gd name="adj1" fmla="val -32129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BEA1FF71-D4C1-4B93-A7BA-515D0B6F06BF}"/>
              </a:ext>
            </a:extLst>
          </p:cNvPr>
          <p:cNvSpPr txBox="1"/>
          <p:nvPr/>
        </p:nvSpPr>
        <p:spPr>
          <a:xfrm>
            <a:off x="1187624" y="5168734"/>
            <a:ext cx="9637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en-US" altLang="ko-KR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WiFi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Click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A307D63-0DD2-4821-B2C6-2B70429B39AC}"/>
              </a:ext>
            </a:extLst>
          </p:cNvPr>
          <p:cNvSpPr txBox="1"/>
          <p:nvPr/>
        </p:nvSpPr>
        <p:spPr>
          <a:xfrm>
            <a:off x="1187624" y="5157192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63F764F-75B1-4F02-9FBC-9D44DE01D9DD}"/>
              </a:ext>
            </a:extLst>
          </p:cNvPr>
          <p:cNvSpPr/>
          <p:nvPr/>
        </p:nvSpPr>
        <p:spPr>
          <a:xfrm>
            <a:off x="3340399" y="1618170"/>
            <a:ext cx="230907" cy="146706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49" name="꺾인 연결선 140">
            <a:extLst>
              <a:ext uri="{FF2B5EF4-FFF2-40B4-BE49-F238E27FC236}">
                <a16:creationId xmlns:a16="http://schemas.microsoft.com/office/drawing/2014/main" id="{BD434B28-3FCE-47F0-9081-C4295830DB3D}"/>
              </a:ext>
            </a:extLst>
          </p:cNvPr>
          <p:cNvCxnSpPr>
            <a:cxnSpLocks/>
            <a:stCxn id="99" idx="3"/>
            <a:endCxn id="48" idx="3"/>
          </p:cNvCxnSpPr>
          <p:nvPr/>
        </p:nvCxnSpPr>
        <p:spPr>
          <a:xfrm flipV="1">
            <a:off x="2151349" y="1691523"/>
            <a:ext cx="1419957" cy="3604169"/>
          </a:xfrm>
          <a:prstGeom prst="bentConnector3">
            <a:avLst>
              <a:gd name="adj1" fmla="val 116099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C2BD675-D54A-48A5-8189-828CAB0CC595}"/>
              </a:ext>
            </a:extLst>
          </p:cNvPr>
          <p:cNvSpPr txBox="1"/>
          <p:nvPr/>
        </p:nvSpPr>
        <p:spPr>
          <a:xfrm>
            <a:off x="1265801" y="5398250"/>
            <a:ext cx="18710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Join Other Network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Check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F607FF-491F-4201-8263-0F30EC4742D6}"/>
              </a:ext>
            </a:extLst>
          </p:cNvPr>
          <p:cNvSpPr txBox="1"/>
          <p:nvPr/>
        </p:nvSpPr>
        <p:spPr>
          <a:xfrm>
            <a:off x="1187624" y="5396039"/>
            <a:ext cx="3329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pic>
        <p:nvPicPr>
          <p:cNvPr id="25" name="그림 6" descr="image014">
            <a:extLst>
              <a:ext uri="{FF2B5EF4-FFF2-40B4-BE49-F238E27FC236}">
                <a16:creationId xmlns:a16="http://schemas.microsoft.com/office/drawing/2014/main" id="{744FB02C-2238-4977-B577-F88915405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345" y="1700808"/>
            <a:ext cx="3168352" cy="2520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B371CCA-DA93-48D9-A612-9E624584B152}"/>
              </a:ext>
            </a:extLst>
          </p:cNvPr>
          <p:cNvSpPr txBox="1"/>
          <p:nvPr/>
        </p:nvSpPr>
        <p:spPr>
          <a:xfrm>
            <a:off x="4538444" y="119319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❷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A42E0A-EDAA-43C8-AB51-3642185882B2}"/>
              </a:ext>
            </a:extLst>
          </p:cNvPr>
          <p:cNvSpPr txBox="1"/>
          <p:nvPr/>
        </p:nvSpPr>
        <p:spPr>
          <a:xfrm>
            <a:off x="6335828" y="3074990"/>
            <a:ext cx="1023521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180000" bIns="0" rtlCol="0">
            <a:spAutoFit/>
          </a:bodyPr>
          <a:lstStyle/>
          <a:p>
            <a:r>
              <a:rPr lang="ko-KR" altLang="en-US" sz="8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굴림" panose="020B0600000101010101" pitchFamily="50" charset="-127"/>
              </a:rPr>
              <a:t>lgespguest1234!</a:t>
            </a:r>
            <a:endParaRPr lang="en-US" altLang="ko-KR" sz="8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60E4AF-B4EE-40E7-803C-E549D3DD03B7}"/>
              </a:ext>
            </a:extLst>
          </p:cNvPr>
          <p:cNvSpPr txBox="1"/>
          <p:nvPr/>
        </p:nvSpPr>
        <p:spPr>
          <a:xfrm>
            <a:off x="6325504" y="2617780"/>
            <a:ext cx="1023521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180000" bIns="0" rtlCol="0">
            <a:spAutoFit/>
          </a:bodyPr>
          <a:lstStyle/>
          <a:p>
            <a:r>
              <a:rPr lang="ko-KR" altLang="en-US" sz="8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굴림" panose="020B0600000101010101" pitchFamily="50" charset="-127"/>
              </a:rPr>
              <a:t>gLGE</a:t>
            </a:r>
            <a:endParaRPr lang="en-US" altLang="ko-KR" sz="8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0111DF-3F48-49C5-A1E1-D08395A7DB63}"/>
              </a:ext>
            </a:extLst>
          </p:cNvPr>
          <p:cNvSpPr txBox="1"/>
          <p:nvPr/>
        </p:nvSpPr>
        <p:spPr>
          <a:xfrm>
            <a:off x="6325504" y="2842875"/>
            <a:ext cx="113714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180000" bIns="0" rtlCol="0">
            <a:spAutoFit/>
          </a:bodyPr>
          <a:lstStyle/>
          <a:p>
            <a:r>
              <a:rPr lang="ko-KR" altLang="en-US" sz="8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rgbClr val="000000"/>
                </a:solidFill>
                <a:latin typeface="Calibri" panose="020F0502020204030204" pitchFamily="34" charset="0"/>
                <a:ea typeface="굴림" panose="020B0600000101010101" pitchFamily="50" charset="-127"/>
              </a:rPr>
              <a:t>WPA/WPA2 Personal</a:t>
            </a:r>
            <a:endParaRPr lang="en-US" altLang="ko-KR" sz="8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A81B22-000E-4A13-9495-AD100CF857AA}"/>
              </a:ext>
            </a:extLst>
          </p:cNvPr>
          <p:cNvSpPr/>
          <p:nvPr/>
        </p:nvSpPr>
        <p:spPr>
          <a:xfrm>
            <a:off x="6303491" y="2601771"/>
            <a:ext cx="457070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AED6092-7185-4435-BA05-A2171FFC8117}"/>
              </a:ext>
            </a:extLst>
          </p:cNvPr>
          <p:cNvSpPr/>
          <p:nvPr/>
        </p:nvSpPr>
        <p:spPr>
          <a:xfrm>
            <a:off x="6325504" y="2832680"/>
            <a:ext cx="989696" cy="14674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D719C3F-E5D3-416C-81D1-B5CA00B766A7}"/>
              </a:ext>
            </a:extLst>
          </p:cNvPr>
          <p:cNvSpPr/>
          <p:nvPr/>
        </p:nvSpPr>
        <p:spPr>
          <a:xfrm>
            <a:off x="6322994" y="3054916"/>
            <a:ext cx="908385" cy="164534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9FB98C4-1366-4B94-A2D5-CF3A40A6AD02}"/>
              </a:ext>
            </a:extLst>
          </p:cNvPr>
          <p:cNvSpPr/>
          <p:nvPr/>
        </p:nvSpPr>
        <p:spPr>
          <a:xfrm>
            <a:off x="6294520" y="3280071"/>
            <a:ext cx="125668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09719B-9B37-4D53-89F9-2E1ED7E774B4}"/>
              </a:ext>
            </a:extLst>
          </p:cNvPr>
          <p:cNvSpPr txBox="1"/>
          <p:nvPr/>
        </p:nvSpPr>
        <p:spPr>
          <a:xfrm>
            <a:off x="7380312" y="2525537"/>
            <a:ext cx="3329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A49FD25-9C0A-44C3-BD32-B5309D999DA3}"/>
              </a:ext>
            </a:extLst>
          </p:cNvPr>
          <p:cNvSpPr/>
          <p:nvPr/>
        </p:nvSpPr>
        <p:spPr>
          <a:xfrm>
            <a:off x="7381035" y="2765971"/>
            <a:ext cx="33855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C3E078-4B07-4946-B70A-DBCC82C0EBD2}"/>
              </a:ext>
            </a:extLst>
          </p:cNvPr>
          <p:cNvSpPr txBox="1"/>
          <p:nvPr/>
        </p:nvSpPr>
        <p:spPr>
          <a:xfrm>
            <a:off x="7383232" y="2996952"/>
            <a:ext cx="296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4A235F-A317-4416-B9B2-5DFD61C27CFC}"/>
              </a:ext>
            </a:extLst>
          </p:cNvPr>
          <p:cNvSpPr txBox="1"/>
          <p:nvPr/>
        </p:nvSpPr>
        <p:spPr>
          <a:xfrm>
            <a:off x="7384915" y="322677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④</a:t>
            </a:r>
            <a:endParaRPr lang="ko-KR" altLang="en-US" sz="10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FED746C-65CD-4ADD-937E-5A654206DF28}"/>
              </a:ext>
            </a:extLst>
          </p:cNvPr>
          <p:cNvSpPr/>
          <p:nvPr/>
        </p:nvSpPr>
        <p:spPr>
          <a:xfrm>
            <a:off x="7624267" y="3906373"/>
            <a:ext cx="476125" cy="170981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C963262-40CD-415A-AE56-F87F7433A9E6}"/>
              </a:ext>
            </a:extLst>
          </p:cNvPr>
          <p:cNvSpPr/>
          <p:nvPr/>
        </p:nvSpPr>
        <p:spPr>
          <a:xfrm>
            <a:off x="6294520" y="3448545"/>
            <a:ext cx="125668" cy="139120"/>
          </a:xfrm>
          <a:prstGeom prst="rect">
            <a:avLst/>
          </a:prstGeom>
          <a:noFill/>
          <a:ln w="158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59357F-4A05-47AB-903B-A2EE7F78B6B3}"/>
              </a:ext>
            </a:extLst>
          </p:cNvPr>
          <p:cNvSpPr txBox="1"/>
          <p:nvPr/>
        </p:nvSpPr>
        <p:spPr>
          <a:xfrm>
            <a:off x="7384915" y="339936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⑤</a:t>
            </a:r>
            <a:endParaRPr lang="ko-KR" altLang="en-US" sz="10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2E8F1B-803D-489A-A71E-BA0AC20B0D0C}"/>
              </a:ext>
            </a:extLst>
          </p:cNvPr>
          <p:cNvSpPr txBox="1"/>
          <p:nvPr/>
        </p:nvSpPr>
        <p:spPr>
          <a:xfrm>
            <a:off x="8022560" y="3857238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⑥</a:t>
            </a:r>
            <a:endParaRPr lang="ko-KR" altLang="en-US" sz="10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40806D-10B4-4471-BE46-48DBECBF9F2F}"/>
              </a:ext>
            </a:extLst>
          </p:cNvPr>
          <p:cNvSpPr txBox="1"/>
          <p:nvPr/>
        </p:nvSpPr>
        <p:spPr>
          <a:xfrm>
            <a:off x="7768810" y="3936728"/>
            <a:ext cx="232694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Join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F5F7BB-C756-41DC-B036-F850CDB671FA}"/>
              </a:ext>
            </a:extLst>
          </p:cNvPr>
          <p:cNvSpPr txBox="1"/>
          <p:nvPr/>
        </p:nvSpPr>
        <p:spPr>
          <a:xfrm>
            <a:off x="611560" y="888975"/>
            <a:ext cx="3102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1.1 MAC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OS </a:t>
            </a:r>
            <a:r>
              <a:rPr lang="ko-KR" altLang="ko-KR" sz="1400" b="1" dirty="0" err="1"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Wireless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Settings(</a:t>
            </a:r>
            <a:r>
              <a:rPr lang="en-US" altLang="ko-KR" sz="14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4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47E395-9ECE-4EDA-B860-250FB257631E}"/>
              </a:ext>
            </a:extLst>
          </p:cNvPr>
          <p:cNvSpPr txBox="1"/>
          <p:nvPr/>
        </p:nvSpPr>
        <p:spPr>
          <a:xfrm>
            <a:off x="4572000" y="888975"/>
            <a:ext cx="3180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1.2 MAC OS </a:t>
            </a:r>
            <a:r>
              <a:rPr lang="ko-KR" altLang="ko-KR" sz="1400" b="1" dirty="0" err="1"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Wireless</a:t>
            </a:r>
            <a:r>
              <a: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SSID Add(</a:t>
            </a:r>
            <a:r>
              <a:rPr lang="en-US" altLang="ko-KR" sz="14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4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0123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899592" y="1628800"/>
            <a:ext cx="7416824" cy="2049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701" tIns="42350" rIns="84701" bIns="42350">
            <a:spAutoFit/>
          </a:bodyPr>
          <a:lstStyle/>
          <a:p>
            <a:pPr algn="ctr" defTabSz="847725">
              <a:lnSpc>
                <a:spcPct val="110000"/>
              </a:lnSpc>
            </a:pPr>
            <a:r>
              <a:rPr lang="en-US" altLang="ko-KR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LG</a:t>
            </a:r>
            <a:r>
              <a:rPr lang="ko-KR" altLang="en-US" sz="32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사이언스파크</a:t>
            </a:r>
            <a:r>
              <a:rPr lang="ko-KR" altLang="en-US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무선</a:t>
            </a:r>
            <a:r>
              <a:rPr lang="en-US" altLang="ko-KR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3200" b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gLGE</a:t>
            </a:r>
            <a:r>
              <a:rPr lang="en-US" altLang="ko-KR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320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설정 가이드</a:t>
            </a:r>
            <a:endParaRPr lang="en-US" altLang="ko-KR" sz="32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847725">
              <a:lnSpc>
                <a:spcPct val="110000"/>
              </a:lnSpc>
            </a:pPr>
            <a:endParaRPr lang="en-US" altLang="ko-KR" sz="28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847725">
              <a:lnSpc>
                <a:spcPct val="110000"/>
              </a:lnSpc>
            </a:pPr>
            <a:endParaRPr lang="en-US" altLang="ko-KR" sz="28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defTabSz="847725">
              <a:lnSpc>
                <a:spcPct val="11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IOS(14.3) -</a:t>
            </a:r>
            <a:endParaRPr lang="ko-KR" altLang="en-US" sz="28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3632994" y="5373216"/>
            <a:ext cx="187801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ko-KR" sz="1800" b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2021.04</a:t>
            </a:r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1296032" y="2276872"/>
            <a:ext cx="66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6731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IOS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스마트폰 설정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A56933C-C380-4FF4-B50F-BA4B8353FD9C}"/>
              </a:ext>
            </a:extLst>
          </p:cNvPr>
          <p:cNvGrpSpPr/>
          <p:nvPr/>
        </p:nvGrpSpPr>
        <p:grpSpPr>
          <a:xfrm>
            <a:off x="367437" y="888975"/>
            <a:ext cx="8328000" cy="5924401"/>
            <a:chOff x="367437" y="888975"/>
            <a:chExt cx="8328000" cy="5924401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22DB8208-D767-492E-ACD9-C81E71B94497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3810" y="1304378"/>
              <a:ext cx="1877559" cy="2552292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D57D32FC-6B9A-4234-A848-DA493B92EE1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9872" y="4086203"/>
              <a:ext cx="1871497" cy="2561363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1B63F070-229E-4A46-A180-6A6C3B2300D3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97790" y="1304378"/>
              <a:ext cx="1897516" cy="2549116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</p:pic>
        <p:cxnSp>
          <p:nvCxnSpPr>
            <p:cNvPr id="5" name="직선 연결선 4"/>
            <p:cNvCxnSpPr/>
            <p:nvPr/>
          </p:nvCxnSpPr>
          <p:spPr>
            <a:xfrm>
              <a:off x="714348" y="1196281"/>
              <a:ext cx="7858180" cy="158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/>
            <p:cNvCxnSpPr/>
            <p:nvPr/>
          </p:nvCxnSpPr>
          <p:spPr>
            <a:xfrm flipH="1">
              <a:off x="4572000" y="997830"/>
              <a:ext cx="866" cy="531149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611560" y="888975"/>
              <a:ext cx="20185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1.1 IOS </a:t>
              </a:r>
              <a:r>
                <a:rPr lang="ko-KR" altLang="en-US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무선 설정</a:t>
              </a:r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en-US" altLang="ko-KR" sz="1400" b="1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gLGE</a:t>
              </a:r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  <a:endPara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0" y="888975"/>
              <a:ext cx="24336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1.2 IOS </a:t>
              </a:r>
              <a:r>
                <a:rPr lang="ko-KR" altLang="en-US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무선 </a:t>
              </a:r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SSID </a:t>
              </a:r>
              <a:r>
                <a:rPr lang="ko-KR" altLang="en-US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추가</a:t>
              </a:r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en-US" altLang="ko-KR" sz="1400" b="1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gLGE</a:t>
              </a:r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  <a:endPara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B1F56C-4AB0-4521-9992-ED444E66031A}"/>
                </a:ext>
              </a:extLst>
            </p:cNvPr>
            <p:cNvSpPr txBox="1"/>
            <p:nvPr/>
          </p:nvSpPr>
          <p:spPr>
            <a:xfrm>
              <a:off x="367437" y="1188147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/>
                <a:t>❶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D80DBF3-C2BE-45DB-8167-A7C9DE6D8184}"/>
                </a:ext>
              </a:extLst>
            </p:cNvPr>
            <p:cNvSpPr txBox="1"/>
            <p:nvPr/>
          </p:nvSpPr>
          <p:spPr>
            <a:xfrm>
              <a:off x="6116303" y="2268783"/>
              <a:ext cx="118013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맑은 고딕" pitchFamily="50" charset="-127"/>
                  <a:ea typeface="맑은 고딕" pitchFamily="50" charset="-127"/>
                </a:rPr>
                <a:t>lgespguest1234!</a:t>
              </a:r>
            </a:p>
          </p:txBody>
        </p:sp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B7FD9BEE-6C3D-4747-A879-DF7B6C09C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1560" y="1616093"/>
              <a:ext cx="597892" cy="752036"/>
            </a:xfrm>
            <a:prstGeom prst="rect">
              <a:avLst/>
            </a:prstGeom>
          </p:spPr>
        </p:pic>
        <p:cxnSp>
          <p:nvCxnSpPr>
            <p:cNvPr id="55" name="연결선: 꺾임 54">
              <a:extLst>
                <a:ext uri="{FF2B5EF4-FFF2-40B4-BE49-F238E27FC236}">
                  <a16:creationId xmlns:a16="http://schemas.microsoft.com/office/drawing/2014/main" id="{20CA639E-4060-4289-8318-1BD6D679D028}"/>
                </a:ext>
              </a:extLst>
            </p:cNvPr>
            <p:cNvCxnSpPr>
              <a:cxnSpLocks/>
              <a:stCxn id="54" idx="2"/>
              <a:endCxn id="50" idx="1"/>
            </p:cNvCxnSpPr>
            <p:nvPr/>
          </p:nvCxnSpPr>
          <p:spPr>
            <a:xfrm rot="16200000" flipH="1">
              <a:off x="1060961" y="2217674"/>
              <a:ext cx="212395" cy="513304"/>
            </a:xfrm>
            <a:prstGeom prst="bentConnector2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5AB1918C-4A16-435B-B5A0-C31B08D16B36}"/>
                </a:ext>
              </a:extLst>
            </p:cNvPr>
            <p:cNvSpPr/>
            <p:nvPr/>
          </p:nvSpPr>
          <p:spPr>
            <a:xfrm>
              <a:off x="1440527" y="1817360"/>
              <a:ext cx="1859976" cy="214615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300AAD6-7C38-4CC2-92E3-DE37AE68E678}"/>
                </a:ext>
              </a:extLst>
            </p:cNvPr>
            <p:cNvSpPr/>
            <p:nvPr/>
          </p:nvSpPr>
          <p:spPr>
            <a:xfrm>
              <a:off x="1459622" y="6165350"/>
              <a:ext cx="1859976" cy="214615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D02818D2-F1DB-4502-A298-8ACC5E7EDBD4}"/>
                </a:ext>
              </a:extLst>
            </p:cNvPr>
            <p:cNvSpPr/>
            <p:nvPr/>
          </p:nvSpPr>
          <p:spPr>
            <a:xfrm>
              <a:off x="7116082" y="1575556"/>
              <a:ext cx="375287" cy="177744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6C7DDCDF-D058-48AB-9B4E-05DC59EC210F}"/>
                </a:ext>
              </a:extLst>
            </p:cNvPr>
            <p:cNvSpPr/>
            <p:nvPr/>
          </p:nvSpPr>
          <p:spPr>
            <a:xfrm>
              <a:off x="5637624" y="2146684"/>
              <a:ext cx="1853745" cy="164669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E92FD79C-E496-4FC1-BBEF-51B77EDB0FCE}"/>
                </a:ext>
              </a:extLst>
            </p:cNvPr>
            <p:cNvSpPr/>
            <p:nvPr/>
          </p:nvSpPr>
          <p:spPr>
            <a:xfrm>
              <a:off x="5637027" y="2315862"/>
              <a:ext cx="1853745" cy="164669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B6A1365-6505-4893-8D43-B8E1664A48E2}"/>
                </a:ext>
              </a:extLst>
            </p:cNvPr>
            <p:cNvSpPr txBox="1"/>
            <p:nvPr/>
          </p:nvSpPr>
          <p:spPr>
            <a:xfrm>
              <a:off x="386721" y="3882534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/>
                <a:t>❷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28725F5-EB12-46BC-922A-4C7747407170}"/>
                </a:ext>
              </a:extLst>
            </p:cNvPr>
            <p:cNvSpPr txBox="1"/>
            <p:nvPr/>
          </p:nvSpPr>
          <p:spPr>
            <a:xfrm>
              <a:off x="4525873" y="1196752"/>
              <a:ext cx="415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❸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0FB64D6-620B-485D-91D4-D66313B258B9}"/>
                </a:ext>
              </a:extLst>
            </p:cNvPr>
            <p:cNvSpPr txBox="1"/>
            <p:nvPr/>
          </p:nvSpPr>
          <p:spPr>
            <a:xfrm>
              <a:off x="4542190" y="3877627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/>
                <a:t>❹</a:t>
              </a:r>
            </a:p>
          </p:txBody>
        </p:sp>
        <p:pic>
          <p:nvPicPr>
            <p:cNvPr id="83" name="그림 82">
              <a:extLst>
                <a:ext uri="{FF2B5EF4-FFF2-40B4-BE49-F238E27FC236}">
                  <a16:creationId xmlns:a16="http://schemas.microsoft.com/office/drawing/2014/main" id="{70F9B3D0-8D6A-45A7-9313-2E9B81FCFD27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9597" y="4090738"/>
              <a:ext cx="1877559" cy="2552292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</p:pic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174CB34-598D-4448-80F1-6059265FF183}"/>
                </a:ext>
              </a:extLst>
            </p:cNvPr>
            <p:cNvSpPr/>
            <p:nvPr/>
          </p:nvSpPr>
          <p:spPr>
            <a:xfrm>
              <a:off x="5597790" y="4604328"/>
              <a:ext cx="1859976" cy="214615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14990A5-1C54-4714-ADD8-63A73F13DE20}"/>
                </a:ext>
              </a:extLst>
            </p:cNvPr>
            <p:cNvSpPr txBox="1"/>
            <p:nvPr/>
          </p:nvSpPr>
          <p:spPr>
            <a:xfrm>
              <a:off x="7779802" y="6514482"/>
              <a:ext cx="9156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Wi-Fi </a:t>
              </a: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선택</a:t>
              </a:r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E03EE00-83C7-46CA-A4EE-563A72E0B27C}"/>
                </a:ext>
              </a:extLst>
            </p:cNvPr>
            <p:cNvSpPr txBox="1"/>
            <p:nvPr/>
          </p:nvSpPr>
          <p:spPr>
            <a:xfrm>
              <a:off x="7613314" y="6536377"/>
              <a:ext cx="3329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①</a:t>
              </a:r>
            </a:p>
          </p:txBody>
        </p:sp>
        <p:cxnSp>
          <p:nvCxnSpPr>
            <p:cNvPr id="87" name="연결선: 꺾임 132">
              <a:extLst>
                <a:ext uri="{FF2B5EF4-FFF2-40B4-BE49-F238E27FC236}">
                  <a16:creationId xmlns:a16="http://schemas.microsoft.com/office/drawing/2014/main" id="{2B450AB3-0605-4EC0-BFF8-8ED01A42DD33}"/>
                </a:ext>
              </a:extLst>
            </p:cNvPr>
            <p:cNvCxnSpPr>
              <a:cxnSpLocks/>
              <a:stCxn id="84" idx="3"/>
              <a:endCxn id="85" idx="0"/>
            </p:cNvCxnSpPr>
            <p:nvPr/>
          </p:nvCxnSpPr>
          <p:spPr>
            <a:xfrm>
              <a:off x="7457766" y="4711636"/>
              <a:ext cx="779854" cy="1802846"/>
            </a:xfrm>
            <a:prstGeom prst="bentConnector2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2F3FECB-C14F-4F7A-835E-F812D20E134A}"/>
                </a:ext>
              </a:extLst>
            </p:cNvPr>
            <p:cNvSpPr txBox="1"/>
            <p:nvPr/>
          </p:nvSpPr>
          <p:spPr>
            <a:xfrm>
              <a:off x="3586360" y="3645024"/>
              <a:ext cx="9156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Wi-Fi </a:t>
              </a: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선택</a:t>
              </a:r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87C23AD-5336-472B-A047-51F0C0395293}"/>
                </a:ext>
              </a:extLst>
            </p:cNvPr>
            <p:cNvSpPr txBox="1"/>
            <p:nvPr/>
          </p:nvSpPr>
          <p:spPr>
            <a:xfrm>
              <a:off x="3419872" y="3666919"/>
              <a:ext cx="3329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①</a:t>
              </a:r>
            </a:p>
          </p:txBody>
        </p:sp>
        <p:cxnSp>
          <p:nvCxnSpPr>
            <p:cNvPr id="93" name="연결선: 꺾임 132">
              <a:extLst>
                <a:ext uri="{FF2B5EF4-FFF2-40B4-BE49-F238E27FC236}">
                  <a16:creationId xmlns:a16="http://schemas.microsoft.com/office/drawing/2014/main" id="{CE9E6C38-CCA2-4E4F-B830-1A0AF942BC2E}"/>
                </a:ext>
              </a:extLst>
            </p:cNvPr>
            <p:cNvCxnSpPr>
              <a:cxnSpLocks/>
              <a:stCxn id="58" idx="3"/>
              <a:endCxn id="91" idx="0"/>
            </p:cNvCxnSpPr>
            <p:nvPr/>
          </p:nvCxnSpPr>
          <p:spPr>
            <a:xfrm>
              <a:off x="3300503" y="1924668"/>
              <a:ext cx="743675" cy="1720356"/>
            </a:xfrm>
            <a:prstGeom prst="bentConnector2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42F0071-0BF2-49C8-835B-837922331A65}"/>
                </a:ext>
              </a:extLst>
            </p:cNvPr>
            <p:cNvSpPr txBox="1"/>
            <p:nvPr/>
          </p:nvSpPr>
          <p:spPr>
            <a:xfrm>
              <a:off x="3666866" y="6492154"/>
              <a:ext cx="9140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기타</a:t>
              </a:r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… </a:t>
              </a: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선택</a:t>
              </a:r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EA905F1-1AAE-4BFE-8AC9-9187D91A3994}"/>
                </a:ext>
              </a:extLst>
            </p:cNvPr>
            <p:cNvSpPr txBox="1"/>
            <p:nvPr/>
          </p:nvSpPr>
          <p:spPr>
            <a:xfrm>
              <a:off x="3500378" y="6514049"/>
              <a:ext cx="3329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①</a:t>
              </a:r>
            </a:p>
          </p:txBody>
        </p:sp>
        <p:cxnSp>
          <p:nvCxnSpPr>
            <p:cNvPr id="96" name="연결선: 꺾임 132">
              <a:extLst>
                <a:ext uri="{FF2B5EF4-FFF2-40B4-BE49-F238E27FC236}">
                  <a16:creationId xmlns:a16="http://schemas.microsoft.com/office/drawing/2014/main" id="{545FCEED-5DAB-4561-BA5B-4323B249D0B8}"/>
                </a:ext>
              </a:extLst>
            </p:cNvPr>
            <p:cNvCxnSpPr>
              <a:cxnSpLocks/>
              <a:stCxn id="60" idx="3"/>
              <a:endCxn id="94" idx="0"/>
            </p:cNvCxnSpPr>
            <p:nvPr/>
          </p:nvCxnSpPr>
          <p:spPr>
            <a:xfrm>
              <a:off x="3319598" y="6272658"/>
              <a:ext cx="804285" cy="219496"/>
            </a:xfrm>
            <a:prstGeom prst="bentConnector2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1A8E38F-03E3-4329-A16C-6EC630559C7D}"/>
                </a:ext>
              </a:extLst>
            </p:cNvPr>
            <p:cNvSpPr txBox="1"/>
            <p:nvPr/>
          </p:nvSpPr>
          <p:spPr>
            <a:xfrm>
              <a:off x="5922604" y="1868066"/>
              <a:ext cx="30938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050" dirty="0" err="1">
                  <a:latin typeface="맑은 고딕" pitchFamily="50" charset="-127"/>
                  <a:ea typeface="맑은 고딕" pitchFamily="50" charset="-127"/>
                </a:rPr>
                <a:t>gLGE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7EED6E4-A8AC-4869-B0C4-4DB1E98A419C}"/>
                </a:ext>
              </a:extLst>
            </p:cNvPr>
            <p:cNvSpPr/>
            <p:nvPr/>
          </p:nvSpPr>
          <p:spPr>
            <a:xfrm>
              <a:off x="5637625" y="1862431"/>
              <a:ext cx="1853744" cy="176627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5831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IOS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스마트폰 설정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한글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26CFE2F-15A8-4E39-BCCB-5FC56C859D36}"/>
              </a:ext>
            </a:extLst>
          </p:cNvPr>
          <p:cNvGrpSpPr/>
          <p:nvPr/>
        </p:nvGrpSpPr>
        <p:grpSpPr>
          <a:xfrm>
            <a:off x="367437" y="888975"/>
            <a:ext cx="8413920" cy="5985377"/>
            <a:chOff x="367437" y="888975"/>
            <a:chExt cx="8413920" cy="5985377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9391B66-DF81-4E5D-9E06-145E7A6C59E5}"/>
                </a:ext>
              </a:extLst>
            </p:cNvPr>
            <p:cNvGrpSpPr/>
            <p:nvPr/>
          </p:nvGrpSpPr>
          <p:grpSpPr>
            <a:xfrm>
              <a:off x="5569651" y="1426877"/>
              <a:ext cx="2340000" cy="4140000"/>
              <a:chOff x="5569651" y="1426877"/>
              <a:chExt cx="2340000" cy="4140000"/>
            </a:xfrm>
          </p:grpSpPr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00659A2E-D7F5-4577-BB13-B5CDB13539E8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69651" y="1426877"/>
                <a:ext cx="2340000" cy="414000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2025AE7-36B7-4A87-AFB3-893BEA9C53C6}"/>
                  </a:ext>
                </a:extLst>
              </p:cNvPr>
              <p:cNvSpPr txBox="1"/>
              <p:nvPr/>
            </p:nvSpPr>
            <p:spPr>
              <a:xfrm>
                <a:off x="5815464" y="2403419"/>
                <a:ext cx="104763" cy="923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72000" tIns="0" rIns="0" bIns="0" rtlCol="0">
                <a:spAutoFit/>
              </a:bodyPr>
              <a:lstStyle/>
              <a:p>
                <a:r>
                  <a:rPr lang="en-US" altLang="ko-KR" sz="600" b="1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r</a:t>
                </a:r>
                <a:endParaRPr lang="ko-KR" altLang="en-US" sz="600" b="1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85C2686D-DFE6-4C91-AA99-CBAF6F7FACDD}"/>
                </a:ext>
              </a:extLst>
            </p:cNvPr>
            <p:cNvGrpSpPr/>
            <p:nvPr/>
          </p:nvGrpSpPr>
          <p:grpSpPr>
            <a:xfrm>
              <a:off x="1350414" y="3997949"/>
              <a:ext cx="1967352" cy="2599404"/>
              <a:chOff x="1350414" y="3997949"/>
              <a:chExt cx="1967352" cy="2599404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EDC26D3F-2039-4384-B8B5-136ABE2DBE40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0414" y="3997949"/>
                <a:ext cx="1967352" cy="259940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842CE7-3446-4D0E-9C7A-0C507AD85C95}"/>
                  </a:ext>
                </a:extLst>
              </p:cNvPr>
              <p:cNvSpPr txBox="1"/>
              <p:nvPr/>
            </p:nvSpPr>
            <p:spPr>
              <a:xfrm>
                <a:off x="2175846" y="4154591"/>
                <a:ext cx="104763" cy="923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72000" tIns="0" rIns="0" bIns="0" rtlCol="0">
                <a:spAutoFit/>
              </a:bodyPr>
              <a:lstStyle/>
              <a:p>
                <a:r>
                  <a:rPr lang="en-US" altLang="ko-KR" sz="600" b="1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r</a:t>
                </a:r>
                <a:endParaRPr lang="ko-KR" altLang="en-US" sz="600" b="1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9301B0C-94A9-4E70-89D0-B138A44379C8}"/>
                </a:ext>
              </a:extLst>
            </p:cNvPr>
            <p:cNvGrpSpPr/>
            <p:nvPr/>
          </p:nvGrpSpPr>
          <p:grpSpPr>
            <a:xfrm>
              <a:off x="1349565" y="1304666"/>
              <a:ext cx="1969051" cy="2425121"/>
              <a:chOff x="1349565" y="1304666"/>
              <a:chExt cx="1969051" cy="2425121"/>
            </a:xfrm>
          </p:grpSpPr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2030693D-0A91-4812-8366-6842D65EE800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9565" y="1304666"/>
                <a:ext cx="1969051" cy="2425121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42C4396-D9B1-4C3B-A5C1-1187FD4EBDD2}"/>
                  </a:ext>
                </a:extLst>
              </p:cNvPr>
              <p:cNvSpPr txBox="1"/>
              <p:nvPr/>
            </p:nvSpPr>
            <p:spPr>
              <a:xfrm>
                <a:off x="1549642" y="2301896"/>
                <a:ext cx="104763" cy="923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72000" tIns="0" rIns="0" bIns="0" rtlCol="0">
                <a:spAutoFit/>
              </a:bodyPr>
              <a:lstStyle/>
              <a:p>
                <a:r>
                  <a:rPr lang="en-US" altLang="ko-KR" sz="600" b="1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r</a:t>
                </a:r>
                <a:endParaRPr lang="ko-KR" altLang="en-US" sz="600" b="1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p:grpSp>
        <p:cxnSp>
          <p:nvCxnSpPr>
            <p:cNvPr id="5" name="직선 연결선 4"/>
            <p:cNvCxnSpPr/>
            <p:nvPr/>
          </p:nvCxnSpPr>
          <p:spPr>
            <a:xfrm>
              <a:off x="714348" y="1196281"/>
              <a:ext cx="7858180" cy="158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/>
            <p:cNvCxnSpPr/>
            <p:nvPr/>
          </p:nvCxnSpPr>
          <p:spPr>
            <a:xfrm flipH="1">
              <a:off x="4572000" y="997830"/>
              <a:ext cx="866" cy="531149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611560" y="888975"/>
              <a:ext cx="20185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1.1 IOS </a:t>
              </a:r>
              <a:r>
                <a:rPr lang="ko-KR" altLang="en-US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무선 설정</a:t>
              </a:r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en-US" altLang="ko-KR" sz="1400" b="1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gLGE</a:t>
              </a:r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  <a:endPara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0" y="888975"/>
              <a:ext cx="24336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1.2 IOS </a:t>
              </a:r>
              <a:r>
                <a:rPr lang="ko-KR" altLang="en-US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무선 </a:t>
              </a:r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SSID </a:t>
              </a:r>
              <a:r>
                <a:rPr lang="ko-KR" altLang="en-US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추가</a:t>
              </a:r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en-US" altLang="ko-KR" sz="1400" b="1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gLGE</a:t>
              </a:r>
              <a:r>
                <a:rPr lang="en-US" altLang="ko-KR" sz="14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  <a:endParaRPr lang="ko-KR" altLang="en-US" sz="14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5AB1918C-4A16-435B-B5A0-C31B08D16B36}"/>
                </a:ext>
              </a:extLst>
            </p:cNvPr>
            <p:cNvSpPr/>
            <p:nvPr/>
          </p:nvSpPr>
          <p:spPr>
            <a:xfrm>
              <a:off x="3022947" y="2257343"/>
              <a:ext cx="294819" cy="214615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4F7B42B-EF64-4701-9B20-28BB22D96875}"/>
                </a:ext>
              </a:extLst>
            </p:cNvPr>
            <p:cNvSpPr txBox="1"/>
            <p:nvPr/>
          </p:nvSpPr>
          <p:spPr>
            <a:xfrm>
              <a:off x="367437" y="1188147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/>
                <a:t>❶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5A270E0-2A82-47BC-8560-B4F241025398}"/>
                </a:ext>
              </a:extLst>
            </p:cNvPr>
            <p:cNvSpPr txBox="1"/>
            <p:nvPr/>
          </p:nvSpPr>
          <p:spPr>
            <a:xfrm>
              <a:off x="386721" y="3882534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/>
                <a:t>❷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26D8A7C-820E-4653-B96E-64A4CD9BA47D}"/>
                </a:ext>
              </a:extLst>
            </p:cNvPr>
            <p:cNvSpPr txBox="1"/>
            <p:nvPr/>
          </p:nvSpPr>
          <p:spPr>
            <a:xfrm>
              <a:off x="4525873" y="1196752"/>
              <a:ext cx="415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❸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1974D-5D0F-4DDD-9430-F06F0D81C296}"/>
                </a:ext>
              </a:extLst>
            </p:cNvPr>
            <p:cNvSpPr txBox="1"/>
            <p:nvPr/>
          </p:nvSpPr>
          <p:spPr>
            <a:xfrm>
              <a:off x="4542190" y="3877627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/>
                <a:t>❹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400B8BC3-F300-4656-8B4D-1E51A51261AE}"/>
                </a:ext>
              </a:extLst>
            </p:cNvPr>
            <p:cNvSpPr/>
            <p:nvPr/>
          </p:nvSpPr>
          <p:spPr>
            <a:xfrm>
              <a:off x="2930179" y="4916962"/>
              <a:ext cx="294819" cy="214615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cxnSp>
          <p:nvCxnSpPr>
            <p:cNvPr id="36" name="연결선: 꺾임 132">
              <a:extLst>
                <a:ext uri="{FF2B5EF4-FFF2-40B4-BE49-F238E27FC236}">
                  <a16:creationId xmlns:a16="http://schemas.microsoft.com/office/drawing/2014/main" id="{7A16D26F-06F5-49AC-B05E-BC622FD21A78}"/>
                </a:ext>
              </a:extLst>
            </p:cNvPr>
            <p:cNvCxnSpPr>
              <a:cxnSpLocks/>
              <a:stCxn id="58" idx="3"/>
              <a:endCxn id="37" idx="0"/>
            </p:cNvCxnSpPr>
            <p:nvPr/>
          </p:nvCxnSpPr>
          <p:spPr>
            <a:xfrm>
              <a:off x="3317766" y="2364651"/>
              <a:ext cx="537352" cy="1228173"/>
            </a:xfrm>
            <a:prstGeom prst="bentConnector2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5AB6894-E0F8-4565-AEEE-2E1D8FEA8263}"/>
                </a:ext>
              </a:extLst>
            </p:cNvPr>
            <p:cNvSpPr txBox="1"/>
            <p:nvPr/>
          </p:nvSpPr>
          <p:spPr>
            <a:xfrm>
              <a:off x="3410925" y="3592824"/>
              <a:ext cx="8883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      </a:t>
              </a: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터치</a:t>
              </a:r>
              <a:endPara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48EB1AA1-0AF1-4423-B182-C46ABC5FE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89370" y="3638018"/>
              <a:ext cx="205246" cy="20308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2E57D7F-62A9-4AB1-9F11-F8C9D699DA00}"/>
                </a:ext>
              </a:extLst>
            </p:cNvPr>
            <p:cNvSpPr txBox="1"/>
            <p:nvPr/>
          </p:nvSpPr>
          <p:spPr>
            <a:xfrm>
              <a:off x="3320166" y="3600866"/>
              <a:ext cx="3329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①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D32C279-F0D2-490A-A4B2-6E1BD5E79149}"/>
                </a:ext>
              </a:extLst>
            </p:cNvPr>
            <p:cNvSpPr txBox="1"/>
            <p:nvPr/>
          </p:nvSpPr>
          <p:spPr>
            <a:xfrm>
              <a:off x="3259631" y="6597353"/>
              <a:ext cx="13019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비공개 주소 </a:t>
              </a:r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“Off”</a:t>
              </a:r>
            </a:p>
          </p:txBody>
        </p:sp>
        <p:cxnSp>
          <p:nvCxnSpPr>
            <p:cNvPr id="44" name="연결선: 꺾임 132">
              <a:extLst>
                <a:ext uri="{FF2B5EF4-FFF2-40B4-BE49-F238E27FC236}">
                  <a16:creationId xmlns:a16="http://schemas.microsoft.com/office/drawing/2014/main" id="{9D7024AA-D7D6-4F71-98CF-03DF61C35FAD}"/>
                </a:ext>
              </a:extLst>
            </p:cNvPr>
            <p:cNvCxnSpPr>
              <a:cxnSpLocks/>
              <a:stCxn id="34" idx="3"/>
              <a:endCxn id="43" idx="0"/>
            </p:cNvCxnSpPr>
            <p:nvPr/>
          </p:nvCxnSpPr>
          <p:spPr>
            <a:xfrm>
              <a:off x="3224998" y="5024270"/>
              <a:ext cx="685613" cy="1573083"/>
            </a:xfrm>
            <a:prstGeom prst="bentConnector2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F6B7B27-B957-4BF2-9257-BFAF15528593}"/>
                </a:ext>
              </a:extLst>
            </p:cNvPr>
            <p:cNvSpPr txBox="1"/>
            <p:nvPr/>
          </p:nvSpPr>
          <p:spPr>
            <a:xfrm>
              <a:off x="3093143" y="6597352"/>
              <a:ext cx="3329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①</a:t>
              </a:r>
            </a:p>
          </p:txBody>
        </p:sp>
        <p:cxnSp>
          <p:nvCxnSpPr>
            <p:cNvPr id="56" name="연결선: 꺾임 132">
              <a:extLst>
                <a:ext uri="{FF2B5EF4-FFF2-40B4-BE49-F238E27FC236}">
                  <a16:creationId xmlns:a16="http://schemas.microsoft.com/office/drawing/2014/main" id="{8C532972-7FCB-4E72-AC3C-C4EB3A3C51C4}"/>
                </a:ext>
              </a:extLst>
            </p:cNvPr>
            <p:cNvCxnSpPr>
              <a:cxnSpLocks/>
              <a:stCxn id="59" idx="3"/>
              <a:endCxn id="57" idx="0"/>
            </p:cNvCxnSpPr>
            <p:nvPr/>
          </p:nvCxnSpPr>
          <p:spPr>
            <a:xfrm>
              <a:off x="7909651" y="2443748"/>
              <a:ext cx="377821" cy="3399203"/>
            </a:xfrm>
            <a:prstGeom prst="bentConnector2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99A5EBA-169F-4910-9176-DFE4690B4CF0}"/>
                </a:ext>
              </a:extLst>
            </p:cNvPr>
            <p:cNvSpPr txBox="1"/>
            <p:nvPr/>
          </p:nvSpPr>
          <p:spPr>
            <a:xfrm>
              <a:off x="7793586" y="5842951"/>
              <a:ext cx="9877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“</a:t>
              </a:r>
              <a:r>
                <a:rPr lang="en-US" altLang="ko-KR" sz="12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gLGE</a:t>
              </a:r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” </a:t>
              </a: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연결</a:t>
              </a:r>
              <a:endPara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7A45971F-A47C-422E-BA27-CE98CEA45DFE}"/>
                </a:ext>
              </a:extLst>
            </p:cNvPr>
            <p:cNvSpPr/>
            <p:nvPr/>
          </p:nvSpPr>
          <p:spPr>
            <a:xfrm>
              <a:off x="5623240" y="2306971"/>
              <a:ext cx="2286411" cy="273553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FA74451-48AE-4BEB-8165-DC80B27DBF68}"/>
                </a:ext>
              </a:extLst>
            </p:cNvPr>
            <p:cNvSpPr txBox="1"/>
            <p:nvPr/>
          </p:nvSpPr>
          <p:spPr>
            <a:xfrm>
              <a:off x="7627098" y="5842951"/>
              <a:ext cx="3329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①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F1EE320-8010-4A5D-878B-516E4240A2E8}"/>
                </a:ext>
              </a:extLst>
            </p:cNvPr>
            <p:cNvSpPr txBox="1"/>
            <p:nvPr/>
          </p:nvSpPr>
          <p:spPr>
            <a:xfrm>
              <a:off x="1562741" y="2240565"/>
              <a:ext cx="30938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050" dirty="0" err="1">
                  <a:latin typeface="맑은 고딕" pitchFamily="50" charset="-127"/>
                  <a:ea typeface="맑은 고딕" pitchFamily="50" charset="-127"/>
                </a:rPr>
                <a:t>gLGE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4EB2C38-C4FE-4548-A460-3D7F5A65F89E}"/>
                </a:ext>
              </a:extLst>
            </p:cNvPr>
            <p:cNvSpPr txBox="1"/>
            <p:nvPr/>
          </p:nvSpPr>
          <p:spPr>
            <a:xfrm>
              <a:off x="5851366" y="2348880"/>
              <a:ext cx="30938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050" dirty="0" err="1">
                  <a:latin typeface="맑은 고딕" pitchFamily="50" charset="-127"/>
                  <a:ea typeface="맑은 고딕" pitchFamily="50" charset="-127"/>
                </a:rPr>
                <a:t>gLGE</a:t>
              </a:r>
              <a:endParaRPr lang="en-US" altLang="ko-KR" sz="105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8355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5374</TotalTime>
  <Words>649</Words>
  <Application>Microsoft Office PowerPoint</Application>
  <PresentationFormat>화면 슬라이드 쇼(4:3)</PresentationFormat>
  <Paragraphs>168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LG스마트체 Regular</vt:lpstr>
      <vt:lpstr>LG스마트체2.0 Regular</vt:lpstr>
      <vt:lpstr>맑은 고딕</vt:lpstr>
      <vt:lpstr>Arial</vt:lpstr>
      <vt:lpstr>Calibri</vt:lpstr>
      <vt:lpstr>Ebrima</vt:lpstr>
      <vt:lpstr>Office 테마</vt:lpstr>
      <vt:lpstr>디자인 사용자 지정</vt:lpstr>
      <vt:lpstr>PowerPoint 프레젠테이션</vt:lpstr>
      <vt:lpstr>PowerPoint 프레젠테이션</vt:lpstr>
      <vt:lpstr>윈도우 PC 설정(한글)</vt:lpstr>
      <vt:lpstr>윈도우 PC 설정(한글)</vt:lpstr>
      <vt:lpstr>Windows PC Settings(English)</vt:lpstr>
      <vt:lpstr>Windows PC Settings(English)</vt:lpstr>
      <vt:lpstr>PowerPoint 프레젠테이션</vt:lpstr>
      <vt:lpstr>MAC OS 설정(한글)</vt:lpstr>
      <vt:lpstr>MAC OS Settings(English)</vt:lpstr>
      <vt:lpstr>PowerPoint 프레젠테이션</vt:lpstr>
      <vt:lpstr>IOS 스마트폰 설정(한글)</vt:lpstr>
      <vt:lpstr>IOS 스마트폰 설정(한글)</vt:lpstr>
    </vt:vector>
  </TitlesOfParts>
  <Company>wvkorea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wvkorea</dc:creator>
  <cp:lastModifiedBy>김영천</cp:lastModifiedBy>
  <cp:revision>428</cp:revision>
  <cp:lastPrinted>2017-09-14T09:17:14Z</cp:lastPrinted>
  <dcterms:created xsi:type="dcterms:W3CDTF">2012-06-04T01:11:28Z</dcterms:created>
  <dcterms:modified xsi:type="dcterms:W3CDTF">2023-01-31T02:04:06Z</dcterms:modified>
</cp:coreProperties>
</file>