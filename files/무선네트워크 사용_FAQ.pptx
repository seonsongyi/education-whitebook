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"/>
  </p:notesMasterIdLst>
  <p:sldIdLst>
    <p:sldId id="280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34"/>
    <a:srgbClr val="CE0046"/>
    <a:srgbClr val="3366FF"/>
    <a:srgbClr val="0000FF"/>
    <a:srgbClr val="0099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88" autoAdjust="0"/>
    <p:restoredTop sz="94660"/>
  </p:normalViewPr>
  <p:slideViewPr>
    <p:cSldViewPr>
      <p:cViewPr varScale="1">
        <p:scale>
          <a:sx n="116" d="100"/>
          <a:sy n="116" d="100"/>
        </p:scale>
        <p:origin x="124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25995-533C-481E-8989-4BCA4250EA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A618D-481E-4AC7-BE5B-8B1D8BFC55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16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167" y="8165"/>
            <a:ext cx="2963634" cy="391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8166" y="465365"/>
            <a:ext cx="6857998" cy="6204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9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Q정보보호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2"/>
          <a:srcRect b="32630"/>
          <a:stretch/>
        </p:blipFill>
        <p:spPr>
          <a:xfrm>
            <a:off x="0" y="6800850"/>
            <a:ext cx="8210550" cy="571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43753" y="6467476"/>
            <a:ext cx="898038" cy="389430"/>
          </a:xfrm>
          <a:prstGeom prst="rect">
            <a:avLst/>
          </a:prstGeom>
        </p:spPr>
      </p:pic>
      <p:sp>
        <p:nvSpPr>
          <p:cNvPr id="16" name="타원 15"/>
          <p:cNvSpPr/>
          <p:nvPr userDrawn="1"/>
        </p:nvSpPr>
        <p:spPr>
          <a:xfrm>
            <a:off x="-10886" y="550406"/>
            <a:ext cx="261258" cy="2694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 userDrawn="1"/>
        </p:nvSpPr>
        <p:spPr>
          <a:xfrm>
            <a:off x="8892267" y="550406"/>
            <a:ext cx="261258" cy="2694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 Placeholder 2"/>
          <p:cNvSpPr>
            <a:spLocks noGrp="1"/>
          </p:cNvSpPr>
          <p:nvPr>
            <p:ph idx="1"/>
          </p:nvPr>
        </p:nvSpPr>
        <p:spPr>
          <a:xfrm>
            <a:off x="138789" y="130630"/>
            <a:ext cx="6931477" cy="642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172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/>
          <a:srcRect b="32630"/>
          <a:stretch/>
        </p:blipFill>
        <p:spPr>
          <a:xfrm>
            <a:off x="0" y="6800850"/>
            <a:ext cx="8210550" cy="571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43753" y="6467476"/>
            <a:ext cx="898038" cy="38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649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1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315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05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41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82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53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67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679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638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900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720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934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7575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22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339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811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507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02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1915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29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" y="8165"/>
            <a:ext cx="2963634" cy="391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6" y="465365"/>
            <a:ext cx="6857998" cy="6204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MSIPCMContentMarking" descr="{&quot;HashCode&quot;:966751382,&quot;Placement&quot;:&quot;Header&quot;,&quot;Top&quot;:0.0,&quot;Left&quot;:293.954651,&quot;SlideWidth&quot;:720,&quot;SlideHeight&quot;:540}"/>
          <p:cNvSpPr txBox="1"/>
          <p:nvPr userDrawn="1"/>
        </p:nvSpPr>
        <p:spPr>
          <a:xfrm>
            <a:off x="3733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smtClean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28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4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8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DA8-67E8-440C-92E4-6BC2D67792DD}" type="datetimeFigureOut">
              <a:rPr lang="ko-KR" altLang="en-US" smtClean="0"/>
              <a:t>2023-05-23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MSIPCMContentMarking" descr="{&quot;HashCode&quot;:966751382,&quot;Placement&quot;:&quot;Header&quot;,&quot;Top&quot;:0.0,&quot;Left&quot;:293.954651,&quot;SlideWidth&quot;:720,&quot;SlideHeight&quot;:540}"/>
          <p:cNvSpPr txBox="1"/>
          <p:nvPr userDrawn="1"/>
        </p:nvSpPr>
        <p:spPr>
          <a:xfrm>
            <a:off x="3733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smtClean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42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06077" y="344413"/>
            <a:ext cx="8919735" cy="1781297"/>
            <a:chOff x="106078" y="950604"/>
            <a:chExt cx="8919735" cy="1781297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106078" y="950604"/>
              <a:ext cx="8919735" cy="178129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9" name="타원형 설명선 18"/>
            <p:cNvSpPr/>
            <p:nvPr/>
          </p:nvSpPr>
          <p:spPr>
            <a:xfrm>
              <a:off x="347890" y="1067579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타원형 설명선 19"/>
            <p:cNvSpPr/>
            <p:nvPr/>
          </p:nvSpPr>
          <p:spPr>
            <a:xfrm>
              <a:off x="347890" y="1519897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38646" y="1096371"/>
              <a:ext cx="5697323" cy="262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WIPS </a:t>
              </a:r>
              <a:r>
                <a:rPr lang="ko-KR" altLang="ko-KR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예외</a:t>
              </a:r>
              <a:r>
                <a:rPr lang="ko-KR" altLang="en-US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승인을 받은 후</a:t>
              </a:r>
              <a:r>
                <a:rPr lang="ko-KR" altLang="ko-KR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건물 또는 층 이동을 하게 되면 </a:t>
              </a:r>
              <a:r>
                <a:rPr lang="ko-KR" altLang="en-US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차단되는지요</a:t>
              </a:r>
              <a:r>
                <a:rPr lang="en-US" altLang="ko-KR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?</a:t>
              </a:r>
              <a:endParaRPr lang="ko-KR" altLang="en-US" sz="1108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8647" y="1463892"/>
              <a:ext cx="7139808" cy="603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예외를 받은 기기 들은 건물 이동 또는 층 이동 시에도 예외 상태가 유지가 되기 때문에 건물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층 이동 시에도 별도의 예외는 필요 하지 않으며 차단 되지 않습니다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en-US" altLang="ko" sz="1108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06077" y="2348880"/>
            <a:ext cx="8919735" cy="1206484"/>
            <a:chOff x="106078" y="2336376"/>
            <a:chExt cx="8919735" cy="1206484"/>
          </a:xfrm>
        </p:grpSpPr>
        <p:sp>
          <p:nvSpPr>
            <p:cNvPr id="40" name="모서리가 둥근 직사각형 39"/>
            <p:cNvSpPr/>
            <p:nvPr/>
          </p:nvSpPr>
          <p:spPr>
            <a:xfrm>
              <a:off x="106078" y="2336376"/>
              <a:ext cx="8919735" cy="12064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6376" y="2488013"/>
              <a:ext cx="7069470" cy="262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예외 사용 승인 후 스마트폰 접속이 자주 끊깁니다</a:t>
              </a:r>
              <a:r>
                <a:rPr lang="en-US" altLang="ko-KR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en-US" sz="1108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376" y="2844951"/>
              <a:ext cx="8076698" cy="603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최근 스마트폰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 일부는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Wi-Fi </a:t>
              </a: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접속 시 개인 주소 사용이란 옵션이 켜져 있습니다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 </a:t>
              </a: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해당 기능을 켜게 되면 별도의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MAC </a:t>
              </a: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 생성되</a:t>
              </a:r>
              <a:r>
                <a:rPr lang="ko-KR" altLang="en-US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어</a:t>
              </a: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접속이 </a:t>
              </a:r>
              <a:endParaRPr lang="en-US" altLang="ko-KR" sz="1108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되므로 해당 기능을 꺼주시고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  Wi-Fi </a:t>
              </a: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접속 부탁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드립니다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en-US" altLang="ko" sz="1108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  <a:sym typeface="Wingdings" panose="05000000000000000000" pitchFamily="2" charset="2"/>
              </a:endParaRPr>
            </a:p>
          </p:txBody>
        </p:sp>
        <p:sp>
          <p:nvSpPr>
            <p:cNvPr id="37" name="타원형 설명선 36"/>
            <p:cNvSpPr/>
            <p:nvPr/>
          </p:nvSpPr>
          <p:spPr>
            <a:xfrm>
              <a:off x="335619" y="2445405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2" name="타원형 설명선 41"/>
            <p:cNvSpPr/>
            <p:nvPr/>
          </p:nvSpPr>
          <p:spPr>
            <a:xfrm>
              <a:off x="335619" y="2897723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06077" y="5187685"/>
            <a:ext cx="8919735" cy="1206484"/>
            <a:chOff x="106078" y="4869160"/>
            <a:chExt cx="8919735" cy="1206484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106078" y="4869160"/>
              <a:ext cx="8919735" cy="12064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65552" y="5089055"/>
              <a:ext cx="7069470" cy="262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예외권한을 받았고 기간이 만료되지 않았는데 차단됩니다</a:t>
              </a:r>
              <a:r>
                <a:rPr lang="en-US" altLang="ko-KR" sz="1108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r>
                <a:rPr lang="ko-KR" altLang="en-US" sz="1108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endParaRPr lang="ko-KR" altLang="en-US" sz="1108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5552" y="5476979"/>
              <a:ext cx="8076698" cy="348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장기 미사용 단말</a:t>
              </a:r>
              <a:r>
                <a:rPr lang="en-US" altLang="ko-KR" sz="1108" b="1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(30</a:t>
              </a:r>
              <a:r>
                <a:rPr lang="ko-KR" altLang="en-US" sz="1108" b="1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일 이상</a:t>
              </a:r>
              <a:r>
                <a:rPr lang="en-US" altLang="ko-KR" sz="1108" b="1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) </a:t>
              </a:r>
              <a:r>
                <a:rPr lang="ko-KR" altLang="en-US" sz="1108" b="1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은 자동으로 권한회수 됩니다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. </a:t>
              </a:r>
              <a:r>
                <a:rPr lang="ko-KR" altLang="en-US" sz="1108" b="1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장기 미사용으로 권한이 회수된 경우 재 신청해야합니다</a:t>
              </a:r>
              <a:r>
                <a:rPr lang="en-US" altLang="ko-KR" sz="1108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.</a:t>
              </a:r>
              <a:endParaRPr lang="en-US" altLang="ko" sz="1108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  <a:sym typeface="Wingdings" panose="05000000000000000000" pitchFamily="2" charset="2"/>
              </a:endParaRPr>
            </a:p>
          </p:txBody>
        </p:sp>
        <p:sp>
          <p:nvSpPr>
            <p:cNvPr id="43" name="타원형 설명선 42"/>
            <p:cNvSpPr/>
            <p:nvPr/>
          </p:nvSpPr>
          <p:spPr>
            <a:xfrm>
              <a:off x="274795" y="5064451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4" name="타원형 설명선 43"/>
            <p:cNvSpPr/>
            <p:nvPr/>
          </p:nvSpPr>
          <p:spPr>
            <a:xfrm>
              <a:off x="274795" y="5516769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06078" y="3789040"/>
            <a:ext cx="8919735" cy="1206484"/>
            <a:chOff x="106078" y="3631400"/>
            <a:chExt cx="8919735" cy="1206484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106078" y="3631400"/>
              <a:ext cx="8919735" cy="12064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5552" y="3851295"/>
              <a:ext cx="7069470" cy="262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8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타 사업장에서 신청하여 잘 사용하였는데 트윈에서는 차단 됩니다</a:t>
              </a:r>
              <a:r>
                <a:rPr lang="en-US" altLang="ko-KR" sz="1108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en-US" sz="1108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5552" y="4239219"/>
              <a:ext cx="8076698" cy="348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8" b="1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타 사업장과 트윈의 </a:t>
              </a:r>
              <a:r>
                <a:rPr lang="en-US" altLang="ko-KR" sz="1108" b="1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WIPS </a:t>
              </a:r>
              <a:r>
                <a:rPr lang="ko-KR" altLang="en-US" sz="1108" b="1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관련 장비의 차이가 있습니다</a:t>
              </a:r>
              <a:r>
                <a:rPr lang="en-US" altLang="ko-KR" sz="1108" b="1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. </a:t>
              </a:r>
              <a:r>
                <a:rPr lang="ko-KR" altLang="en-US" sz="1108" b="1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트윈에서 사용 시에는 본사정보보호팀에 재 요청 하셔야 합니다</a:t>
              </a:r>
              <a:r>
                <a:rPr lang="en-US" altLang="ko-KR" sz="1108" b="1" dirty="0" smtClean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charset="0"/>
                  <a:sym typeface="Wingdings" panose="05000000000000000000" pitchFamily="2" charset="2"/>
                </a:rPr>
                <a:t>.</a:t>
              </a:r>
              <a:endParaRPr lang="en-US" altLang="ko" sz="1108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charset="0"/>
                <a:sym typeface="Wingdings" panose="05000000000000000000" pitchFamily="2" charset="2"/>
              </a:endParaRPr>
            </a:p>
          </p:txBody>
        </p:sp>
        <p:sp>
          <p:nvSpPr>
            <p:cNvPr id="28" name="타원형 설명선 27"/>
            <p:cNvSpPr/>
            <p:nvPr/>
          </p:nvSpPr>
          <p:spPr>
            <a:xfrm>
              <a:off x="274795" y="3826691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타원형 설명선 28"/>
            <p:cNvSpPr/>
            <p:nvPr/>
          </p:nvSpPr>
          <p:spPr>
            <a:xfrm>
              <a:off x="274795" y="4279009"/>
              <a:ext cx="332308" cy="332308"/>
            </a:xfrm>
            <a:prstGeom prst="wedgeEllipseCallout">
              <a:avLst/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92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292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66076" y="1360828"/>
            <a:ext cx="726993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</a:t>
            </a:r>
            <a:r>
              <a:rPr lang="en-US" altLang="ko-KR" sz="105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105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rLGE</a:t>
            </a:r>
            <a:r>
              <a:rPr lang="en-US" altLang="ko-KR" sz="105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1050" dirty="0" err="1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05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사업장별로 </a:t>
            </a:r>
            <a:r>
              <a:rPr lang="en-US" altLang="ko-KR" sz="1050" dirty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Password</a:t>
            </a:r>
            <a:r>
              <a:rPr lang="ko-KR" altLang="en-US" sz="105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상이할수 있어</a:t>
            </a:r>
            <a:r>
              <a:rPr lang="en-US" altLang="ko-KR" sz="105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사업장 이동 필요 시 각 사업장에 근무하는 </a:t>
            </a:r>
            <a:r>
              <a:rPr lang="ko-KR" altLang="en-US" sz="105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임직원이 예외신청하거나 </a:t>
            </a:r>
            <a:endParaRPr lang="en-US" altLang="ko-KR" sz="1050" smtClean="0">
              <a:solidFill>
                <a:srgbClr val="00B05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각 </a:t>
            </a:r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사업장의 </a:t>
            </a:r>
            <a:r>
              <a:rPr lang="ko-KR" altLang="en-US" sz="105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결재 </a:t>
            </a:r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라인으로 변경하여 신청 해야 합니다</a:t>
            </a:r>
            <a:r>
              <a:rPr lang="en-US" altLang="ko-KR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(</a:t>
            </a:r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사업장 정보보안팀에 문의 필요</a:t>
            </a:r>
            <a:r>
              <a:rPr lang="en-US" altLang="ko-KR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br>
              <a:rPr lang="en-US" altLang="ko-KR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트윈의 경우 신청 메뉴가 다르며</a:t>
            </a:r>
            <a:r>
              <a:rPr lang="en-US" altLang="ko-KR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신청 방법은 본사 정보보호팀에 문의 부탁 드립니다</a:t>
            </a:r>
            <a:r>
              <a:rPr lang="en-US" altLang="ko-KR" sz="1050" smtClean="0">
                <a:solidFill>
                  <a:srgbClr val="00B05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050" dirty="0">
              <a:solidFill>
                <a:srgbClr val="00B05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477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G 1">
      <a:majorFont>
        <a:latin typeface="Arial"/>
        <a:ea typeface="LG스마트체 SemiBold"/>
        <a:cs typeface=""/>
      </a:majorFont>
      <a:minorFont>
        <a:latin typeface="Arial Narrow"/>
        <a:ea typeface="LG Smart UI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4675</TotalTime>
  <Words>179</Words>
  <Application>Microsoft Office PowerPoint</Application>
  <PresentationFormat>화면 슬라이드 쇼(4:3)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LG Smart UI Regular</vt:lpstr>
      <vt:lpstr>LG스마트체 Regular</vt:lpstr>
      <vt:lpstr>LG스마트체 SemiBold</vt:lpstr>
      <vt:lpstr>맑은 고딕</vt:lpstr>
      <vt:lpstr>Arial</vt:lpstr>
      <vt:lpstr>Arial Narrow</vt:lpstr>
      <vt:lpstr>Calibri</vt:lpstr>
      <vt:lpstr>Wingdings</vt:lpstr>
      <vt:lpstr>Office 테마</vt:lpstr>
      <vt:lpstr>디자인 사용자 지정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김왕현/선임연구원/MC Connectivity개발팀(wanghyun.kim@lge.com)</dc:creator>
  <cp:lastModifiedBy>김왕현/책임/본사정보보호팀(wanghyun.kim@lge.com)</cp:lastModifiedBy>
  <cp:revision>41</cp:revision>
  <dcterms:created xsi:type="dcterms:W3CDTF">2021-07-23T05:31:19Z</dcterms:created>
  <dcterms:modified xsi:type="dcterms:W3CDTF">2023-05-23T01:34:19Z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2023-05-23T01:34:19Z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33909b10-fe1d-4039-9eb6-6fcdddc56351</vt:lpwstr>
  </property>
  <property fmtid="{D5CDD505-2E9C-101B-9397-08002B2CF9AE}" pid="8" name="MSIP_Label_cc6ed9fc-fefc-4a0c-a6d6-10cf236c0d4f_ContentBits">
    <vt:lpwstr>1</vt:lpwstr>
  </property>
</Properties>
</file>