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88253" autoAdjust="0"/>
  </p:normalViewPr>
  <p:slideViewPr>
    <p:cSldViewPr snapToGrid="0">
      <p:cViewPr varScale="1">
        <p:scale>
          <a:sx n="104" d="100"/>
          <a:sy n="104" d="100"/>
        </p:scale>
        <p:origin x="15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D6A23-2344-4F29-318C-321D87D34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583B5-59C2-4F53-A8EB-7CC1819C9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30E0B-E1A8-4E76-645B-31D48D2E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530568-AF7F-CC56-E2BC-81D7878C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378CD-C92B-E48B-285E-7E0CB323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04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C6BE6-3705-7932-E8C7-046C2AA8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3A8B2-5778-D0F9-0115-5421EC9B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2C45D-DEFB-36B1-FFA0-CE768566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77C83-7989-CB7D-4B7A-BFDD87E0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0B285F-6CA8-AF91-0586-A3662106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22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37ED7-F850-F308-E3FA-9DAF9B8B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F2F897-CABB-51D0-37F6-12F1D4938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E3FECB-FD4B-2DDC-6C1D-4FEB35C1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AF0E6-FF12-21FD-B5C0-795344F9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2716BA-4A2C-6CDD-9164-EC025CF4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66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4F2D5-D641-F6F1-CCD4-6A02498B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3AF5E-6EB4-2EF5-CD0A-7D9906CC1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550B57-E218-BE0C-E77D-D15B74D5B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8EB400-66AA-B289-3D8B-1E1A48BA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6F815D-B37F-F77E-FA16-DC937CD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D5D17-823E-3D71-60E5-5097C12E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61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5A0DA-4F8D-FCBA-5074-C7D45E58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D0F99B-EF88-965D-CEA1-3C7BB077E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3DC590-098D-C93B-0B44-D2FE96709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3D1CC7-2E2A-8A20-3720-64936CA3D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900E80-20BE-E869-7D74-2E6BDC90D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E2197D-A268-B024-7EEA-A98F54EA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8D6A2B-6708-75AA-36EC-956FA2A1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EA57A4-4A67-B33D-29AF-419D1151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6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C3CCE-DAF5-5CFE-DA9B-EF7EC805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DE1FD4-6501-1BDD-243E-76968707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81E018-14EA-482D-69F3-9D6A51CE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F79D3-39C5-9F2F-0E3E-F0D60715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42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1231C1-3E56-71C6-152D-E2831BF4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39BFFC-98C9-584C-B541-84C58CEE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ED23A-EE40-EAC2-4AF3-83F72E0D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12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97DCE-3592-46D5-A031-C5D6868C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E0403-C4CF-D528-A4F6-3B20BB018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306513-C2AB-E7AD-85C1-6BAB9DE63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570FE-5084-4301-AB2F-EFDB3C92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74D1E-A70C-7E48-9809-76C3D1CE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9A52F-47FB-8CA4-AAAE-78FD9E3D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79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12E27-E799-D5AB-04F3-A6E3FBBB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C14CCE-490C-54FA-B061-B253D6268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F9B7AD-9651-1EEC-2B4C-DF3A061BA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72EBAC-D854-DF1B-F7FC-E18CFA3F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9850E1-8A68-F9E1-3193-16977757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77540D-6D62-70B1-0FF5-7032E983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56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E9452-E4D8-3CEE-28AC-3043ADD3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1A94CB-A773-F17F-FC6E-A4BF1A627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F2E88-C0B6-25D2-7875-2242DC28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6B00A1-D35D-7127-7B58-2D2E81C4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B28422-B8ED-A25A-9CB4-4C66D374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AB7787-9414-92D4-6B79-D6406748F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830815-5101-CA03-8C2F-1F07F21E3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B9468-1C1C-FFA3-28D4-C064EA4C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86C6E-DAD0-45FE-0C4D-68EA18FD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C8E312-0A18-6D64-A84F-DF3340B7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44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B7F58A-2FA1-7090-DACD-983CCE84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C8AD0-8D6E-6036-081A-E86E36BA4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21FB2-D4C5-DC25-927A-5DA5644AA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CF649-9DFD-49BD-83F6-ED9454DE6CF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D4ADC-B769-DBC2-84B9-FCF10341B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50618-2A6F-1855-62BD-8EA1DA4C7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8DCBE-C314-4C4A-8C20-F9BCD566C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6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Narayan@sni.co.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ED900353-AD93-E94A-F131-9869D2A41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95" y="126182"/>
            <a:ext cx="4388364" cy="498563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장비반출 </a:t>
            </a:r>
            <a:r>
              <a:rPr lang="en-US" altLang="ko-KR" dirty="0"/>
              <a:t>– Sony </a:t>
            </a:r>
            <a:r>
              <a:rPr lang="ko-KR" altLang="en-US" dirty="0"/>
              <a:t>무선 마이크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7A01AB-DF24-3A9F-64B7-F2B5291B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01" y="853416"/>
            <a:ext cx="11001198" cy="4770167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622DC658-B744-3928-894A-AA6BB8555A8F}"/>
              </a:ext>
            </a:extLst>
          </p:cNvPr>
          <p:cNvSpPr txBox="1">
            <a:spLocks/>
          </p:cNvSpPr>
          <p:nvPr/>
        </p:nvSpPr>
        <p:spPr>
          <a:xfrm>
            <a:off x="595401" y="5852255"/>
            <a:ext cx="9790519" cy="49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고정</a:t>
            </a:r>
            <a:r>
              <a:rPr lang="en-US" altLang="ko-KR" dirty="0"/>
              <a:t>/</a:t>
            </a:r>
            <a:r>
              <a:rPr lang="ko-KR" altLang="en-US" dirty="0"/>
              <a:t>일반자산 해당 항목 및 </a:t>
            </a:r>
            <a:r>
              <a:rPr lang="en-US" altLang="ko-KR" dirty="0"/>
              <a:t>S/N</a:t>
            </a:r>
            <a:r>
              <a:rPr lang="ko-KR" altLang="en-US" dirty="0"/>
              <a:t>로 신청 후 반출 가능</a:t>
            </a:r>
          </a:p>
        </p:txBody>
      </p:sp>
    </p:spTree>
    <p:extLst>
      <p:ext uri="{BB962C8B-B14F-4D97-AF65-F5344CB8AC3E}">
        <p14:creationId xmlns:p14="http://schemas.microsoft.com/office/powerpoint/2010/main" val="1223426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4A28-829C-BDF5-B9DF-49225F06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1D473FB5-C4DF-476E-AC32-323049BF0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95" y="126182"/>
            <a:ext cx="4388364" cy="498563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장비반출 </a:t>
            </a:r>
            <a:r>
              <a:rPr lang="en-US" altLang="ko-KR" dirty="0"/>
              <a:t>– </a:t>
            </a:r>
            <a:r>
              <a:rPr lang="ko-KR" altLang="en-US" dirty="0"/>
              <a:t>카메라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5714B4F-0557-757C-ACE5-6F663494A94F}"/>
              </a:ext>
            </a:extLst>
          </p:cNvPr>
          <p:cNvSpPr txBox="1">
            <a:spLocks/>
          </p:cNvSpPr>
          <p:nvPr/>
        </p:nvSpPr>
        <p:spPr>
          <a:xfrm>
            <a:off x="194995" y="556877"/>
            <a:ext cx="7131564" cy="49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b="1" dirty="0"/>
              <a:t>비정형품의 </a:t>
            </a:r>
            <a:r>
              <a:rPr lang="en-US" altLang="ko-KR" sz="1200" b="1" dirty="0"/>
              <a:t>-&gt; [</a:t>
            </a:r>
            <a:r>
              <a:rPr lang="ko-KR" altLang="en-US" sz="1200" b="1" dirty="0" err="1"/>
              <a:t>사이언스파크</a:t>
            </a:r>
            <a:r>
              <a:rPr lang="en-US" altLang="ko-KR" sz="1200" b="1" dirty="0"/>
              <a:t>][</a:t>
            </a:r>
            <a:r>
              <a:rPr lang="ko-KR" altLang="en-US" sz="1200" b="1" dirty="0"/>
              <a:t>반출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정보자산 대리반출 신청의 건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94B9A66-99A6-514D-4901-D22FD7B7CA3C}"/>
              </a:ext>
            </a:extLst>
          </p:cNvPr>
          <p:cNvSpPr txBox="1">
            <a:spLocks/>
          </p:cNvSpPr>
          <p:nvPr/>
        </p:nvSpPr>
        <p:spPr>
          <a:xfrm>
            <a:off x="194995" y="885672"/>
            <a:ext cx="9790519" cy="6082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50"/>
              </a:spcAft>
            </a:pPr>
            <a:r>
              <a:rPr lang="ko-KR" altLang="en-US" sz="800" b="1" dirty="0">
                <a:solidFill>
                  <a:srgbClr val="000000"/>
                </a:solidFill>
                <a:effectLst/>
              </a:rPr>
              <a:t>하기와 같이 정보자산 </a:t>
            </a:r>
            <a:r>
              <a:rPr lang="en-US" altLang="ko-KR" sz="800" b="1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effectLst/>
              </a:rPr>
              <a:t>노트북 등</a:t>
            </a:r>
            <a:r>
              <a:rPr lang="en-US" altLang="ko-KR" sz="800" b="1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800" b="1" dirty="0">
                <a:solidFill>
                  <a:srgbClr val="000000"/>
                </a:solidFill>
                <a:effectLst/>
              </a:rPr>
              <a:t>에 대해 대리반출 신청 </a:t>
            </a:r>
            <a:r>
              <a:rPr lang="ko-KR" altLang="en-US" sz="800" b="1" dirty="0" err="1">
                <a:solidFill>
                  <a:srgbClr val="000000"/>
                </a:solidFill>
                <a:effectLst/>
              </a:rPr>
              <a:t>드리오니</a:t>
            </a:r>
            <a:r>
              <a:rPr lang="ko-KR" altLang="en-US" sz="800" b="1" dirty="0">
                <a:solidFill>
                  <a:srgbClr val="000000"/>
                </a:solidFill>
                <a:effectLst/>
              </a:rPr>
              <a:t> 재가 및 지원 부탁 드립니다</a:t>
            </a:r>
            <a:r>
              <a:rPr lang="en-US" altLang="ko-KR" sz="800" b="1" dirty="0">
                <a:solidFill>
                  <a:srgbClr val="000000"/>
                </a:solidFill>
                <a:effectLst/>
              </a:rPr>
              <a:t>.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b="1" dirty="0">
                <a:solidFill>
                  <a:srgbClr val="000000"/>
                </a:solidFill>
                <a:effectLst/>
              </a:rPr>
              <a:t>신청자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박영진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b="1" dirty="0">
                <a:solidFill>
                  <a:srgbClr val="000000"/>
                </a:solidFill>
                <a:effectLst/>
              </a:rPr>
              <a:t>신청 내용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① 반출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요청자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소속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사번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이름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SW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역량강화팀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 287109 /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박유선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② 반출 기기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요청자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본인 소유의 자산번호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정보자산 바코드번호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: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카메라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(2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대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소니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ILCE-7C /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바코드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2001DC000017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소니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ILCE-6600M /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바코드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2001DC000019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③ 반출사유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격리 등의 출근이 불가한 경우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: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SW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역량강화팀 교육 영상 촬영 인원으로서 직접 카메라 반출 신청합니다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 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교육서비스센터 소속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④ 대리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반출자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소속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사번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이름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: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교육서비스센터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 x1382901 /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박영진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⑤ 대리 반출일 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2025-02-19(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반출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b="1" dirty="0">
                <a:solidFill>
                  <a:srgbClr val="000000"/>
                </a:solidFill>
                <a:effectLst/>
              </a:rPr>
              <a:t>주의 사항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FF0000"/>
                </a:solidFill>
                <a:effectLst/>
              </a:rPr>
              <a:t>- LG</a:t>
            </a:r>
            <a:r>
              <a:rPr lang="ko-KR" altLang="en-US" sz="800" dirty="0">
                <a:solidFill>
                  <a:srgbClr val="FF0000"/>
                </a:solidFill>
                <a:effectLst/>
              </a:rPr>
              <a:t>전자 정보자산 바코드로 등록이 되어 있는 자산에 한 함</a:t>
            </a:r>
            <a:r>
              <a:rPr lang="en-US" altLang="ko-KR" sz="800" dirty="0">
                <a:solidFill>
                  <a:srgbClr val="FF0000"/>
                </a:solidFill>
                <a:effectLst/>
              </a:rPr>
              <a:t>.</a:t>
            </a:r>
            <a:endParaRPr lang="ko-KR" altLang="en-US" sz="800" dirty="0">
              <a:effectLst/>
            </a:endParaRP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문의처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정보보안지원센터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이혜지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주임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김정은 사원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이채연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사원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(2033</a:t>
            </a:r>
            <a:r>
              <a:rPr lang="en-US" altLang="ko-KR" sz="800" b="1" i="0" dirty="0">
                <a:solidFill>
                  <a:srgbClr val="000000"/>
                </a:solidFill>
                <a:effectLst/>
              </a:rPr>
              <a:t>-4085,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1143,1144)</a:t>
            </a:r>
            <a:endParaRPr lang="ko-KR" altLang="en-US" sz="800" dirty="0">
              <a:effectLst/>
            </a:endParaRPr>
          </a:p>
          <a:p>
            <a:pPr algn="l"/>
            <a:br>
              <a:rPr lang="ko-KR" altLang="en-US" sz="800" dirty="0">
                <a:effectLst/>
              </a:rPr>
            </a:br>
            <a:endParaRPr lang="ko-KR" altLang="en-US" sz="800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8311A2C9-8737-38BC-DB80-40B8676A2609}"/>
              </a:ext>
            </a:extLst>
          </p:cNvPr>
          <p:cNvSpPr txBox="1">
            <a:spLocks/>
          </p:cNvSpPr>
          <p:nvPr/>
        </p:nvSpPr>
        <p:spPr>
          <a:xfrm>
            <a:off x="6096000" y="556877"/>
            <a:ext cx="5949077" cy="1956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/>
              <a:t>1. </a:t>
            </a:r>
            <a:r>
              <a:rPr lang="ko-KR" altLang="en-US" sz="1200" b="1" dirty="0"/>
              <a:t>고객사 담당자 자산반출 품의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요청 필요</a:t>
            </a:r>
            <a:r>
              <a:rPr lang="en-US" altLang="ko-KR" sz="1200" b="1" dirty="0"/>
              <a:t>)</a:t>
            </a:r>
          </a:p>
          <a:p>
            <a:pPr algn="l"/>
            <a:r>
              <a:rPr lang="en-US" altLang="ko-KR" sz="1200" b="1" dirty="0"/>
              <a:t>2. </a:t>
            </a:r>
            <a:r>
              <a:rPr lang="ko-KR" altLang="en-US" sz="1200" b="1" dirty="0"/>
              <a:t>영상담당자 비정형품의 </a:t>
            </a:r>
            <a:r>
              <a:rPr lang="en-US" altLang="ko-KR" sz="1200" b="1" dirty="0"/>
              <a:t>-&gt; [</a:t>
            </a:r>
            <a:r>
              <a:rPr lang="ko-KR" altLang="en-US" sz="1200" b="1" dirty="0" err="1"/>
              <a:t>사이언스파크</a:t>
            </a:r>
            <a:r>
              <a:rPr lang="en-US" altLang="ko-KR" sz="1200" b="1" dirty="0"/>
              <a:t>][</a:t>
            </a:r>
            <a:r>
              <a:rPr lang="ko-KR" altLang="en-US" sz="1200" b="1" dirty="0"/>
              <a:t>반출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정보자산 대리반출 신청의 건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3. </a:t>
            </a:r>
            <a:r>
              <a:rPr lang="ko-KR" altLang="en-US" sz="1200" b="1" dirty="0"/>
              <a:t>반출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4. </a:t>
            </a:r>
            <a:r>
              <a:rPr lang="ko-KR" altLang="en-US" sz="1200" b="1" dirty="0"/>
              <a:t>기간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82210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BAFE-A1F1-58E2-B6D7-DC8DC5C1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9D81F3D-2806-7331-F08D-C58A5C3A2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95" y="126182"/>
            <a:ext cx="4388364" cy="498563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장비반출 </a:t>
            </a:r>
            <a:r>
              <a:rPr lang="en-US" altLang="ko-KR" dirty="0"/>
              <a:t>– SD</a:t>
            </a:r>
            <a:r>
              <a:rPr lang="ko-KR" altLang="en-US" dirty="0"/>
              <a:t>카드</a:t>
            </a: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20AE57D2-14A6-1025-F698-75F58AF1260C}"/>
              </a:ext>
            </a:extLst>
          </p:cNvPr>
          <p:cNvSpPr txBox="1">
            <a:spLocks/>
          </p:cNvSpPr>
          <p:nvPr/>
        </p:nvSpPr>
        <p:spPr>
          <a:xfrm>
            <a:off x="194995" y="556877"/>
            <a:ext cx="7131564" cy="49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b="1" dirty="0"/>
              <a:t>자산반출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미등록정보자산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2FF13386-7CA3-EFDC-8BB5-63A73002AEC0}"/>
              </a:ext>
            </a:extLst>
          </p:cNvPr>
          <p:cNvSpPr txBox="1">
            <a:spLocks/>
          </p:cNvSpPr>
          <p:nvPr/>
        </p:nvSpPr>
        <p:spPr>
          <a:xfrm>
            <a:off x="194995" y="951692"/>
            <a:ext cx="9790519" cy="5349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■ 모델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소니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SF-M128T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■ Serial No. :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CGX282319 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바코드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:2401MC000041)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CGX282319 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바코드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:2401MC000045)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■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사외여부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사외반출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[   O   ] -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해당 시  표기</a:t>
            </a: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■ 포맷여부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포맷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[   O   ] /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미포맷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[      ] - 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해당 되는 여부 사항에 표기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사외반출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미포맷인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경우 임원결재 必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■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저장데이터 설명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SW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역량강화팀 주관 교육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(LG Bootcamp, LG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전문가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러닝크리에이터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등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교육 및 행사 촬영 데이터 건</a:t>
            </a:r>
          </a:p>
          <a:p>
            <a:pPr algn="l">
              <a:spcAft>
                <a:spcPts val="750"/>
              </a:spcAft>
            </a:pPr>
            <a:r>
              <a:rPr lang="ko-KR" altLang="en-US" sz="800" dirty="0">
                <a:solidFill>
                  <a:srgbClr val="000000"/>
                </a:solidFill>
                <a:effectLst/>
              </a:rPr>
              <a:t>■ 사유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: 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상세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SW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역량강화팀 주관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SW College, LG Bootcamp, LG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전문가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러닝크리에이터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교육 장면 및 인터뷰 촬영을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ISC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동 및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패스트파이브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외부교육장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이동하여 촬영 후 데이터 반입 건으로 인해 신청합니다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LG Bootcamp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는 주기적인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외부강의장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패스트파이브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사용으로 최대기한 반출 환입 기한 신청 올립니다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■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반입처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인수처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담당자 정보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연락처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: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교육서비스센터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박영진사원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본인 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 010-4877-6300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    *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모니터링 진행하며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확인 과정에서 허위 사실로 확인될 경우 규칙에 의거 불이익이 발생할 수 있습니다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    *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반출 자산은 식별 정보를 기재 하셔야 합니다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spcAft>
                <a:spcPts val="750"/>
              </a:spcAft>
            </a:pPr>
            <a:r>
              <a:rPr lang="en-US" altLang="ko-KR" sz="800" dirty="0">
                <a:solidFill>
                  <a:srgbClr val="000000"/>
                </a:solidFill>
                <a:effectLst/>
              </a:rPr>
              <a:t>    *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고객사 자산으로 개별 식별 정보가 없는 경우 사유를 분명하게 기재하여 주시기 바랍니다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 </a:t>
            </a:r>
            <a:r>
              <a:rPr lang="ko-KR" altLang="en-US" sz="800" dirty="0" err="1">
                <a:solidFill>
                  <a:srgbClr val="000000"/>
                </a:solidFill>
                <a:effectLst/>
              </a:rPr>
              <a:t>인수처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 담당자 및 해당 업체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고객사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협력사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800" dirty="0">
                <a:solidFill>
                  <a:srgbClr val="000000"/>
                </a:solidFill>
                <a:effectLst/>
              </a:rPr>
              <a:t>보안팀을 통해 확인 예정 입니다</a:t>
            </a:r>
            <a:r>
              <a:rPr lang="en-US" altLang="ko-KR" sz="800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A51220E-D215-4480-57A6-B868802C9617}"/>
              </a:ext>
            </a:extLst>
          </p:cNvPr>
          <p:cNvSpPr txBox="1">
            <a:spLocks/>
          </p:cNvSpPr>
          <p:nvPr/>
        </p:nvSpPr>
        <p:spPr>
          <a:xfrm>
            <a:off x="6096000" y="556877"/>
            <a:ext cx="5949077" cy="1956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buAutoNum type="arabicPeriod"/>
            </a:pPr>
            <a:r>
              <a:rPr lang="ko-KR" altLang="en-US" sz="1200" b="1" dirty="0"/>
              <a:t>영상 담당자 자산반출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미등록정보자산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품의</a:t>
            </a:r>
            <a:endParaRPr lang="en-US" altLang="ko-KR" sz="1200" b="1" dirty="0"/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포맷여부에 </a:t>
            </a:r>
            <a:r>
              <a:rPr lang="en-US" altLang="ko-KR" sz="1200" b="1" dirty="0"/>
              <a:t>[ O ] </a:t>
            </a:r>
            <a:r>
              <a:rPr lang="ko-KR" altLang="en-US" sz="1200" b="1" dirty="0" err="1"/>
              <a:t>표기시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PC</a:t>
            </a:r>
            <a:r>
              <a:rPr lang="ko-KR" altLang="en-US" sz="1200" b="1" dirty="0" err="1"/>
              <a:t>지원실</a:t>
            </a:r>
            <a:r>
              <a:rPr lang="ko-KR" altLang="en-US" sz="1200" b="1" dirty="0"/>
              <a:t> 포맷 진행</a:t>
            </a:r>
            <a:endParaRPr lang="en-US" altLang="ko-KR" sz="1200" b="1" dirty="0"/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정보보안실 방문하여 비닐 패킹 후 수령</a:t>
            </a:r>
            <a:endParaRPr lang="en-US" altLang="ko-KR" sz="1200" b="1" dirty="0"/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반출</a:t>
            </a:r>
            <a:endParaRPr lang="en-US" altLang="ko-KR" sz="1200" b="1" dirty="0"/>
          </a:p>
          <a:p>
            <a:pPr marL="228600" indent="-228600" algn="l">
              <a:buAutoNum type="arabicPeriod"/>
            </a:pPr>
            <a:r>
              <a:rPr lang="ko-KR" altLang="en-US" sz="1200" b="1" dirty="0" err="1"/>
              <a:t>반입시</a:t>
            </a:r>
            <a:r>
              <a:rPr lang="ko-KR" altLang="en-US" sz="1200" b="1" dirty="0"/>
              <a:t> 환입처리 필요</a:t>
            </a:r>
          </a:p>
        </p:txBody>
      </p:sp>
    </p:spTree>
    <p:extLst>
      <p:ext uri="{BB962C8B-B14F-4D97-AF65-F5344CB8AC3E}">
        <p14:creationId xmlns:p14="http://schemas.microsoft.com/office/powerpoint/2010/main" val="199943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8A64-BD2C-D081-913A-36E0DF19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05A0B03-9CD2-D353-EA1B-3E4EF4966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95" y="126182"/>
            <a:ext cx="4388364" cy="498563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ISC </a:t>
            </a:r>
            <a:r>
              <a:rPr lang="ko-KR" altLang="en-US" dirty="0"/>
              <a:t>장비반입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183F1E12-6251-77F2-D5D3-0D7FFD8C815B}"/>
              </a:ext>
            </a:extLst>
          </p:cNvPr>
          <p:cNvSpPr txBox="1">
            <a:spLocks/>
          </p:cNvSpPr>
          <p:nvPr/>
        </p:nvSpPr>
        <p:spPr>
          <a:xfrm>
            <a:off x="194995" y="556877"/>
            <a:ext cx="7131564" cy="49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/>
              <a:t>"</a:t>
            </a:r>
            <a:r>
              <a:rPr lang="ko-KR" altLang="en-US" sz="1200" b="1" dirty="0"/>
              <a:t>최광규</a:t>
            </a:r>
            <a:r>
              <a:rPr lang="en-US" altLang="ko-KR" sz="1200" b="1" dirty="0"/>
              <a:t>" </a:t>
            </a:r>
            <a:r>
              <a:rPr lang="en-US" altLang="ko-KR" sz="1200" b="1" dirty="0">
                <a:hlinkClick r:id="rId2"/>
              </a:rPr>
              <a:t>Narayan@sni.co.kr</a:t>
            </a:r>
            <a:r>
              <a:rPr lang="en-US" altLang="ko-KR" sz="1200" b="1" dirty="0"/>
              <a:t> "</a:t>
            </a:r>
            <a:r>
              <a:rPr lang="en-US" altLang="ko-KR" sz="1200" b="1" dirty="0" err="1"/>
              <a:t>LGSP_Phy_ISC</a:t>
            </a:r>
            <a:r>
              <a:rPr lang="en-US" altLang="ko-KR" sz="1200" b="1" dirty="0"/>
              <a:t>" &lt;LGSP_Phy_ISC@sni.co.kr&gt;</a:t>
            </a:r>
            <a:endParaRPr lang="ko-KR" altLang="en-US" sz="1200" b="1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9525CA7E-E125-044A-37A5-A5F0279AA7A7}"/>
              </a:ext>
            </a:extLst>
          </p:cNvPr>
          <p:cNvSpPr txBox="1">
            <a:spLocks/>
          </p:cNvSpPr>
          <p:nvPr/>
        </p:nvSpPr>
        <p:spPr>
          <a:xfrm>
            <a:off x="786238" y="1191541"/>
            <a:ext cx="5949077" cy="1956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/>
              <a:t>25</a:t>
            </a:r>
            <a:r>
              <a:rPr lang="ko-KR" altLang="en-US" sz="1200" b="1" dirty="0"/>
              <a:t>년 </a:t>
            </a:r>
            <a:r>
              <a:rPr lang="en-US" altLang="ko-KR" sz="1200" b="1" dirty="0"/>
              <a:t>2</a:t>
            </a:r>
            <a:r>
              <a:rPr lang="ko-KR" altLang="en-US" sz="1200" b="1" dirty="0"/>
              <a:t>월 </a:t>
            </a:r>
            <a:r>
              <a:rPr lang="en-US" altLang="ko-KR" sz="1200" b="1" dirty="0"/>
              <a:t>20</a:t>
            </a:r>
            <a:r>
              <a:rPr lang="ko-KR" altLang="en-US" sz="1200" b="1" dirty="0"/>
              <a:t>일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목</a:t>
            </a:r>
            <a:r>
              <a:rPr lang="en-US" altLang="ko-KR" sz="1200" b="1" dirty="0"/>
              <a:t>) ISC </a:t>
            </a:r>
            <a:r>
              <a:rPr lang="ko-KR" altLang="en-US" sz="1200" b="1" dirty="0"/>
              <a:t>장비 반입 예정으로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리스트 </a:t>
            </a:r>
            <a:r>
              <a:rPr lang="ko-KR" altLang="en-US" sz="1200" b="1" dirty="0" err="1"/>
              <a:t>송부드립니다</a:t>
            </a:r>
            <a:r>
              <a:rPr lang="en-US" altLang="ko-KR" sz="1200" b="1" dirty="0"/>
              <a:t>.</a:t>
            </a:r>
          </a:p>
          <a:p>
            <a:pPr algn="l"/>
            <a:r>
              <a:rPr lang="ko-KR" altLang="en-US" sz="1200" b="1" dirty="0"/>
              <a:t>확인 부탁드립니다</a:t>
            </a:r>
            <a:r>
              <a:rPr lang="en-US" altLang="ko-KR" sz="1200" b="1" dirty="0"/>
              <a:t>.</a:t>
            </a:r>
          </a:p>
          <a:p>
            <a:pPr algn="l"/>
            <a:r>
              <a:rPr lang="ko-KR" altLang="en-US" sz="1200" b="1" dirty="0"/>
              <a:t>사유 </a:t>
            </a:r>
            <a:r>
              <a:rPr lang="en-US" altLang="ko-KR" sz="1200" b="1" dirty="0"/>
              <a:t>: LG Bootcamp 8</a:t>
            </a:r>
            <a:r>
              <a:rPr lang="ko-KR" altLang="en-US" sz="1200" b="1" dirty="0"/>
              <a:t>기 </a:t>
            </a:r>
            <a:r>
              <a:rPr lang="ko-KR" altLang="en-US" sz="1200" b="1" dirty="0" err="1"/>
              <a:t>입소식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ISC</a:t>
            </a:r>
            <a:r>
              <a:rPr lang="ko-KR" altLang="en-US" sz="1200" b="1" dirty="0"/>
              <a:t>동에서 진행으로 인한 장비 반입 신청입니다</a:t>
            </a:r>
            <a:r>
              <a:rPr lang="en-US" altLang="ko-KR" sz="1200" b="1" dirty="0"/>
              <a:t>.</a:t>
            </a:r>
          </a:p>
        </p:txBody>
      </p:sp>
      <p:pic>
        <p:nvPicPr>
          <p:cNvPr id="8" name="그림 7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B42CE8-F56B-ED90-4BC0-6DF60C0B7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7" y="2600675"/>
            <a:ext cx="100679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0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525</Words>
  <Application>Microsoft Office PowerPoint</Application>
  <PresentationFormat>와이드스크린</PresentationFormat>
  <Paragraphs>54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박영진/(협력사) 사원/교육서비스센터</dc:creator>
  <cp:lastModifiedBy>박영진/(협력사) 사원/교육서비스센터</cp:lastModifiedBy>
  <cp:revision>15</cp:revision>
  <dcterms:created xsi:type="dcterms:W3CDTF">2025-03-06T00:13:22Z</dcterms:created>
  <dcterms:modified xsi:type="dcterms:W3CDTF">2025-03-06T01:48:57Z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77A13A43-A647-4A91-3F4E-572A3F3F3F3F</vt:lpwstr>
  </property>
  <property fmtid="{D5CDD505-2E9C-101B-9397-08002B2CF9AE}" pid="3" name="ArticulatePath">
    <vt:lpwstr>프레젠테이션1</vt:lpwstr>
  </property>
</Properties>
</file>