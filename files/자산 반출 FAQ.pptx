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"/>
  </p:notesMasterIdLst>
  <p:sldIdLst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34"/>
    <a:srgbClr val="0000FF"/>
    <a:srgbClr val="CE0046"/>
    <a:srgbClr val="3366FF"/>
    <a:srgbClr val="00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88" autoAdjust="0"/>
    <p:restoredTop sz="94660"/>
  </p:normalViewPr>
  <p:slideViewPr>
    <p:cSldViewPr>
      <p:cViewPr varScale="1">
        <p:scale>
          <a:sx n="102" d="100"/>
          <a:sy n="102" d="100"/>
        </p:scale>
        <p:origin x="11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25995-533C-481E-8989-4BCA4250EA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A618D-481E-4AC7-BE5B-8B1D8BFC55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16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167" y="8165"/>
            <a:ext cx="2963634" cy="391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8166" y="465365"/>
            <a:ext cx="6857998" cy="6204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9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Q정보보호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2"/>
          <a:srcRect b="32630"/>
          <a:stretch/>
        </p:blipFill>
        <p:spPr>
          <a:xfrm>
            <a:off x="0" y="6800850"/>
            <a:ext cx="8210550" cy="571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43753" y="6467476"/>
            <a:ext cx="898038" cy="389430"/>
          </a:xfrm>
          <a:prstGeom prst="rect">
            <a:avLst/>
          </a:prstGeom>
        </p:spPr>
      </p:pic>
      <p:sp>
        <p:nvSpPr>
          <p:cNvPr id="16" name="타원 15"/>
          <p:cNvSpPr/>
          <p:nvPr userDrawn="1"/>
        </p:nvSpPr>
        <p:spPr>
          <a:xfrm>
            <a:off x="-10886" y="550406"/>
            <a:ext cx="261258" cy="2694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 userDrawn="1"/>
        </p:nvSpPr>
        <p:spPr>
          <a:xfrm>
            <a:off x="8892267" y="550406"/>
            <a:ext cx="261258" cy="2694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 Placeholder 2"/>
          <p:cNvSpPr>
            <a:spLocks noGrp="1"/>
          </p:cNvSpPr>
          <p:nvPr>
            <p:ph idx="1"/>
          </p:nvPr>
        </p:nvSpPr>
        <p:spPr>
          <a:xfrm>
            <a:off x="138789" y="130630"/>
            <a:ext cx="6931477" cy="642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1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/>
          <a:srcRect b="32630"/>
          <a:stretch/>
        </p:blipFill>
        <p:spPr>
          <a:xfrm>
            <a:off x="0" y="6800850"/>
            <a:ext cx="8210550" cy="571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43753" y="6467476"/>
            <a:ext cx="898038" cy="38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6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1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315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05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41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82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53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67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3D64CD1-C838-4F45-B2B5-48C22F880C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FDA0A23-31C1-444D-BEAC-0F94C288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679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638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900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720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934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7575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22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339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811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507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02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915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29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" y="8165"/>
            <a:ext cx="2963634" cy="391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6" y="465365"/>
            <a:ext cx="6857998" cy="6204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MSIPCMContentMarking" descr="{&quot;HashCode&quot;:966751382,&quot;Placement&quot;:&quot;Header&quot;,&quot;Top&quot;:0.0,&quot;Left&quot;:293.954651,&quot;SlideWidth&quot;:720,&quot;SlideHeight&quot;:540}"/>
          <p:cNvSpPr txBox="1"/>
          <p:nvPr userDrawn="1"/>
        </p:nvSpPr>
        <p:spPr>
          <a:xfrm>
            <a:off x="3733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28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8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DA8-67E8-440C-92E4-6BC2D67792DD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D76EF-47E4-42BB-8075-F9353D8C1C1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MSIPCMContentMarking" descr="{&quot;HashCode&quot;:966751382,&quot;Placement&quot;:&quot;Header&quot;,&quot;Top&quot;:0.0,&quot;Left&quot;:293.954651,&quot;SlideWidth&quot;:720,&quot;SlideHeight&quot;:540}"/>
          <p:cNvSpPr txBox="1"/>
          <p:nvPr userDrawn="1"/>
        </p:nvSpPr>
        <p:spPr>
          <a:xfrm>
            <a:off x="3733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42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1520" y="476672"/>
            <a:ext cx="8411910" cy="1533361"/>
            <a:chOff x="251520" y="116632"/>
            <a:chExt cx="8411910" cy="1533361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251520" y="116632"/>
              <a:ext cx="8411910" cy="1533361"/>
            </a:xfrm>
            <a:prstGeom prst="roundRect">
              <a:avLst>
                <a:gd name="adj" fmla="val 1198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9" name="타원형 설명선 18"/>
            <p:cNvSpPr/>
            <p:nvPr/>
          </p:nvSpPr>
          <p:spPr>
            <a:xfrm>
              <a:off x="440864" y="284466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타원형 설명선 19"/>
            <p:cNvSpPr/>
            <p:nvPr/>
          </p:nvSpPr>
          <p:spPr>
            <a:xfrm>
              <a:off x="440864" y="830568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83827" y="301535"/>
              <a:ext cx="6922088" cy="291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Assets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통문 결재 진행하려는데 해당 프로세스 진입 시 팝업이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뜨면서 화면에 아무것도 뜨지 않습니다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83827" y="885932"/>
              <a:ext cx="6699270" cy="688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같은 부서 인원이 통문 기간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15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일 이상 경과 시 팀 인원 모두 통문 신청이 제한됩니다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</a:p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환입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기간연장 혹은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환입불요 처리 중 조건에 맞는 추가 프로세스 진행 하셔야 제한이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해제됩니다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  </a:t>
              </a:r>
            </a:p>
            <a:p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*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팝업에 대상자 정보 나옴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250145" y="4869160"/>
            <a:ext cx="8411910" cy="1203384"/>
            <a:chOff x="250145" y="4941168"/>
            <a:chExt cx="8411910" cy="1203384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250145" y="4941168"/>
              <a:ext cx="8411910" cy="1203384"/>
            </a:xfrm>
            <a:prstGeom prst="roundRect">
              <a:avLst>
                <a:gd name="adj" fmla="val 119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타원형 설명선 12"/>
            <p:cNvSpPr/>
            <p:nvPr/>
          </p:nvSpPr>
          <p:spPr>
            <a:xfrm>
              <a:off x="474281" y="5089565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타원형 설명선 13"/>
            <p:cNvSpPr/>
            <p:nvPr/>
          </p:nvSpPr>
          <p:spPr>
            <a:xfrm>
              <a:off x="474281" y="5635668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7244" y="5106634"/>
              <a:ext cx="4480714" cy="490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핸드폰 카메라 봉인 스티커를 잊고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층에서 못붙이고 들어왔어요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</a:p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또는 사내에서 스티커가 떨어 졌습니다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재부착은 어디서 하나요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?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7245" y="5691031"/>
              <a:ext cx="2140330" cy="291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각 사업장 정보보안 부서 방문</a:t>
              </a:r>
              <a:endParaRPr lang="en-US" altLang="ko-KR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250145" y="476672"/>
            <a:ext cx="8411910" cy="1533361"/>
            <a:chOff x="251520" y="116632"/>
            <a:chExt cx="8411910" cy="153336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51520" y="116632"/>
              <a:ext cx="8411910" cy="1533361"/>
            </a:xfrm>
            <a:prstGeom prst="roundRect">
              <a:avLst>
                <a:gd name="adj" fmla="val 1198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5" name="타원형 설명선 24"/>
            <p:cNvSpPr/>
            <p:nvPr/>
          </p:nvSpPr>
          <p:spPr>
            <a:xfrm>
              <a:off x="440864" y="284466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타원형 설명선 25"/>
            <p:cNvSpPr/>
            <p:nvPr/>
          </p:nvSpPr>
          <p:spPr>
            <a:xfrm>
              <a:off x="440864" y="830568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3827" y="301535"/>
              <a:ext cx="7422225" cy="291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고정</a:t>
              </a:r>
              <a:r>
                <a:rPr lang="en-US" altLang="ko-KR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일반 자산</a:t>
              </a:r>
              <a:r>
                <a:rPr lang="en-US" altLang="ko-KR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통문 결재 진행하려는데 해당 프로세스 진입 시 팝업이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뜨면서 화면에 아무것도 뜨지 않습니다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83827" y="836712"/>
              <a:ext cx="6699270" cy="688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같은 부서 인원이 통문 기간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15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일 이상 경과 시 팀 인원 모두 통문 신청이 제한됩니다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</a:p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환입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기간연장 혹은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환입불요 처리 중 조건에 맞는 추가 프로세스 진행 하셔야 제한이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해제됩니다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  </a:t>
              </a:r>
            </a:p>
            <a:p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*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팝업에 대상자 정보 나옴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248770" y="2492896"/>
            <a:ext cx="8411910" cy="2048072"/>
            <a:chOff x="250145" y="1863787"/>
            <a:chExt cx="8411910" cy="204807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250145" y="1863787"/>
              <a:ext cx="8411910" cy="2040794"/>
            </a:xfrm>
            <a:prstGeom prst="roundRect">
              <a:avLst>
                <a:gd name="adj" fmla="val 119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1" name="타원형 설명선 30"/>
            <p:cNvSpPr/>
            <p:nvPr/>
          </p:nvSpPr>
          <p:spPr>
            <a:xfrm>
              <a:off x="439489" y="2031620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Q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타원형 설명선 31"/>
            <p:cNvSpPr/>
            <p:nvPr/>
          </p:nvSpPr>
          <p:spPr>
            <a:xfrm>
              <a:off x="439489" y="2577722"/>
              <a:ext cx="332308" cy="332308"/>
            </a:xfrm>
            <a:prstGeom prst="wedgeEllipseCallou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62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A</a:t>
              </a:r>
              <a:endParaRPr lang="ko-KR" altLang="en-US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2453" y="2048689"/>
              <a:ext cx="4498347" cy="2911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실수로 개인 노트북을 반입했는데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어떻게 가지고 나가야 할까요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? 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82452" y="2583867"/>
              <a:ext cx="5966698" cy="1327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New SP &gt;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자산</a:t>
              </a:r>
              <a:r>
                <a:rPr lang="en-US" altLang="ko-KR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&gt;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자산반출 </a:t>
              </a:r>
              <a:r>
                <a:rPr lang="en-US" altLang="ko-KR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&gt;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오반입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물품 반출 신청으로 진행하시면 됩니다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</a:p>
            <a:p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포맷 시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'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현업 팀장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' &gt; 2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차 보안 부서 담당자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포맷의 경우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PC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유지보수센터 방문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  <a:p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미 포맷 시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'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현업 팀장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' &gt; 2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차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'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현업 실장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담당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'  &gt; 3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차 보안부서 담당자</a:t>
              </a:r>
              <a:endPara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endParaRPr lang="en-US" altLang="ko-KR" sz="277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*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USB,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게임기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공유기 등 자산으로 등록되지 않은 개인물품 포함</a:t>
              </a:r>
              <a:endParaRPr lang="en-US" altLang="ko-KR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en-US" altLang="ko-KR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*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경로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통문절차 </a:t>
              </a:r>
              <a:r>
                <a:rPr lang="en-US" altLang="ko-KR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&gt;</a:t>
              </a:r>
              <a:r>
                <a:rPr lang="ko-KR" altLang="en-US" sz="1292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미등록 물품 통문 </a:t>
              </a:r>
              <a:r>
                <a:rPr lang="ko-KR" altLang="en-US" sz="1292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절차를 참조</a:t>
              </a:r>
              <a:endPara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en-US" altLang="ko-KR" sz="1292" b="1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New SP </a:t>
              </a:r>
              <a:r>
                <a:rPr lang="ko-KR" altLang="en-US" sz="1292" b="1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에 해당 메뉴가 없을 시 각 사업장 정보보안 부서에 가이드 문의 바랍니다</a:t>
              </a:r>
              <a:r>
                <a:rPr lang="en-US" altLang="ko-KR" sz="1292" b="1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</a:t>
              </a:r>
              <a:endParaRPr lang="en-US" altLang="ko-KR" sz="1292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69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모서리가 둥근 직사각형 15"/>
          <p:cNvSpPr/>
          <p:nvPr/>
        </p:nvSpPr>
        <p:spPr>
          <a:xfrm>
            <a:off x="251520" y="332656"/>
            <a:ext cx="8411910" cy="1296144"/>
          </a:xfrm>
          <a:prstGeom prst="roundRect">
            <a:avLst>
              <a:gd name="adj" fmla="val 1198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타원형 설명선 18"/>
          <p:cNvSpPr/>
          <p:nvPr/>
        </p:nvSpPr>
        <p:spPr>
          <a:xfrm>
            <a:off x="440864" y="500490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Q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타원형 설명선 19"/>
          <p:cNvSpPr/>
          <p:nvPr/>
        </p:nvSpPr>
        <p:spPr>
          <a:xfrm>
            <a:off x="440864" y="1046592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A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3827" y="517559"/>
            <a:ext cx="4419800" cy="4900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개인 모니터는 저장매체가 아닌데 반출결재를 진행해야 할까요</a:t>
            </a:r>
            <a:r>
              <a:rPr lang="en-US" altLang="ko-KR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</a:p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또는 회사 자산 모니터는 반출을 어떻게 해야 할까요</a:t>
            </a:r>
            <a:r>
              <a:rPr lang="en-US" altLang="ko-KR" sz="1292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3827" y="1101956"/>
            <a:ext cx="3169457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고정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일반 자산으로 반출 신청이 필요 합니다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251520" y="1844824"/>
            <a:ext cx="8411910" cy="1383378"/>
          </a:xfrm>
          <a:prstGeom prst="roundRect">
            <a:avLst>
              <a:gd name="adj" fmla="val 1198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440864" y="2012658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Q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타원형 설명선 8"/>
          <p:cNvSpPr/>
          <p:nvPr/>
        </p:nvSpPr>
        <p:spPr>
          <a:xfrm>
            <a:off x="440864" y="2558760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A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3827" y="2029727"/>
            <a:ext cx="3358612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고정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일반 자산 환입 기간연장을 어디서 하나요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3827" y="2506946"/>
            <a:ext cx="7303602" cy="4900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보안현황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나의 부서 요청 현황 메뉴에서 기존 신청 건을 찾아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상세 보기 후에 우측 상단에 기간연장 기능을</a:t>
            </a:r>
            <a:endParaRPr lang="en-US" altLang="ko-KR" sz="129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통해서 기간 연장 신청이 가능 합니다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51520" y="4809852"/>
            <a:ext cx="8411910" cy="1859508"/>
          </a:xfrm>
          <a:prstGeom prst="roundRect">
            <a:avLst>
              <a:gd name="adj" fmla="val 1198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타원형 설명선 12"/>
          <p:cNvSpPr/>
          <p:nvPr/>
        </p:nvSpPr>
        <p:spPr>
          <a:xfrm>
            <a:off x="440864" y="4977686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Q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타원형 설명선 13"/>
          <p:cNvSpPr/>
          <p:nvPr/>
        </p:nvSpPr>
        <p:spPr>
          <a:xfrm>
            <a:off x="440864" y="5523788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A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3827" y="4994755"/>
            <a:ext cx="3340979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반출한 자산의 환입 상태 확인은 어디서 하나요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3827" y="5579152"/>
            <a:ext cx="7201010" cy="887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보안 현황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나의 보안 현황에서 반출가능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반출 전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환입 필요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반출 중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내용은 간단히 확인 가능합니다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환입 완료 및 자세한 상태를 확인 하기 위해서는</a:t>
            </a:r>
            <a:endParaRPr lang="en-US" altLang="ko-KR" sz="129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보안 현황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나의 부서 요청 현황 에서 검색 조건에 신청 메뉴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자산반출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고정 한 뒤에 검색 후</a:t>
            </a:r>
            <a:endParaRPr lang="en-US" altLang="ko-KR" sz="129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엑셀 다운로드를 통해서 모든 내역을 확인 할 수 있습니다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51520" y="3269758"/>
            <a:ext cx="8411910" cy="1383378"/>
          </a:xfrm>
          <a:prstGeom prst="roundRect">
            <a:avLst>
              <a:gd name="adj" fmla="val 1198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타원형 설명선 22"/>
          <p:cNvSpPr/>
          <p:nvPr/>
        </p:nvSpPr>
        <p:spPr>
          <a:xfrm>
            <a:off x="440864" y="3437592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Q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" name="타원형 설명선 23"/>
          <p:cNvSpPr/>
          <p:nvPr/>
        </p:nvSpPr>
        <p:spPr>
          <a:xfrm>
            <a:off x="440864" y="3983694"/>
            <a:ext cx="332308" cy="332308"/>
          </a:xfrm>
          <a:prstGeom prst="wedgeEllipse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2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A</a:t>
            </a:r>
            <a:endParaRPr lang="ko-KR" altLang="en-US" sz="1662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3827" y="3454661"/>
            <a:ext cx="2169184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통문증 출력은 어디서 하나요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3827" y="3931880"/>
            <a:ext cx="6801862" cy="4900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보안현황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나의 부서 요청 현황 메뉴에서 기존 신청 건을 찾아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상세 보기 후에 우측 상단에 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통문증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</a:p>
          <a:p>
            <a:r>
              <a:rPr lang="ko-KR" altLang="en-US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통해서 확인 가능 합니다</a:t>
            </a:r>
            <a:r>
              <a:rPr lang="en-US" altLang="ko-KR" sz="1292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29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39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G 1">
      <a:majorFont>
        <a:latin typeface="Arial"/>
        <a:ea typeface="LG스마트체 SemiBold"/>
        <a:cs typeface=""/>
      </a:majorFont>
      <a:minorFont>
        <a:latin typeface="Arial Narrow"/>
        <a:ea typeface="LG Smart UI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4810</TotalTime>
  <Words>422</Words>
  <Application>Microsoft Office PowerPoint</Application>
  <PresentationFormat>화면 슬라이드 쇼(4:3)</PresentationFormat>
  <Paragraphs>49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LG스마트체 Regular</vt:lpstr>
      <vt:lpstr>맑은 고딕</vt:lpstr>
      <vt:lpstr>Arial</vt:lpstr>
      <vt:lpstr>Arial Narrow</vt:lpstr>
      <vt:lpstr>Calibri</vt:lpstr>
      <vt:lpstr>Office 테마</vt:lpstr>
      <vt:lpstr>디자인 사용자 지정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김왕현/선임연구원/MC Connectivity개발팀(wanghyun.kim@lge.com)</dc:creator>
  <cp:lastModifiedBy>김왕현/책임/본사정보보호팀(wanghyun.kim@lge.com)</cp:lastModifiedBy>
  <cp:revision>60</cp:revision>
  <dcterms:created xsi:type="dcterms:W3CDTF">2021-07-23T05:31:19Z</dcterms:created>
  <dcterms:modified xsi:type="dcterms:W3CDTF">2024-06-03T23:33:10Z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2024-06-03T23:33:10Z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7a8b0080-775a-4251-b129-2126ea061978</vt:lpwstr>
  </property>
  <property fmtid="{D5CDD505-2E9C-101B-9397-08002B2CF9AE}" pid="8" name="MSIP_Label_cc6ed9fc-fefc-4a0c-a6d6-10cf236c0d4f_ContentBits">
    <vt:lpwstr>1</vt:lpwstr>
  </property>
</Properties>
</file>